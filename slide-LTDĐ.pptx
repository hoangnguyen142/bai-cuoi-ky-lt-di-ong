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3" r:id="rId6"/>
    <p:sldId id="319" r:id="rId7"/>
    <p:sldId id="320" r:id="rId8"/>
    <p:sldId id="325" r:id="rId9"/>
    <p:sldId id="321" r:id="rId10"/>
    <p:sldId id="323" r:id="rId11"/>
    <p:sldId id="324" r:id="rId12"/>
    <p:sldId id="326" r:id="rId13"/>
    <p:sldId id="322" r:id="rId14"/>
    <p:sldId id="316" r:id="rId15"/>
    <p:sldId id="274" r:id="rId16"/>
  </p:sldIdLst>
  <p:sldSz cx="9144000" cy="5143500" type="screen16x9"/>
  <p:notesSz cx="6858000" cy="9144000"/>
  <p:embeddedFontLst>
    <p:embeddedFont>
      <p:font typeface="Sora" panose="020B0604020202020204" charset="0"/>
      <p:regular r:id="rId18"/>
      <p:bold r:id="rId19"/>
    </p:embeddedFont>
    <p:embeddedFont>
      <p:font typeface="Sora ExtraBold" panose="020B0604020202020204" charset="0"/>
      <p:bold r:id="rId20"/>
    </p:embeddedFont>
    <p:embeddedFont>
      <p:font typeface="Sora ExtraLight" panose="020B0604020202020204" charset="0"/>
      <p:regular r:id="rId21"/>
    </p:embeddedFont>
    <p:embeddedFont>
      <p:font typeface="Sora Light" panose="020B0604020202020204" charset="0"/>
      <p:regular r:id="rId22"/>
    </p:embeddedFont>
    <p:embeddedFont>
      <p:font typeface="Sora SemiBold" panose="020B0604020202020204" charset="0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79" autoAdjust="0"/>
  </p:normalViewPr>
  <p:slideViewPr>
    <p:cSldViewPr snapToGrid="0">
      <p:cViewPr varScale="1">
        <p:scale>
          <a:sx n="138" d="100"/>
          <a:sy n="138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44018c82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44018c82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44018c82f7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44018c82f7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43c1aa37d5_0_27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43c1aa37d5_0_27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44060fbbfc_0_4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144060fbbfc_0_4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144d0225c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144d0225c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144d0225c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144d0225c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144d0225c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144d0225c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144d0225c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144d0225c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144d0225c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144d0225c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144d0225c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144d0225c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144d0225c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144d0225c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144d0225c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144d0225c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144d0225c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144d0225c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144d0225c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144d0225c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144d0225c7e_0_7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144d0225c7e_0_7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83150" y="759188"/>
            <a:ext cx="3321300" cy="309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38900" y="3970225"/>
            <a:ext cx="4009800" cy="36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6397483" y="1375533"/>
            <a:ext cx="1709100" cy="1685400"/>
          </a:xfrm>
          <a:prstGeom prst="rect">
            <a:avLst/>
          </a:prstGeom>
          <a:noFill/>
          <a:ln>
            <a:noFill/>
          </a:ln>
        </p:spPr>
      </p:sp>
      <p:sp>
        <p:nvSpPr>
          <p:cNvPr id="12" name="Google Shape;12;p2"/>
          <p:cNvSpPr/>
          <p:nvPr/>
        </p:nvSpPr>
        <p:spPr>
          <a:xfrm>
            <a:off x="0" y="-1912"/>
            <a:ext cx="5401200" cy="5143500"/>
          </a:xfrm>
          <a:prstGeom prst="rect">
            <a:avLst/>
          </a:prstGeom>
          <a:solidFill>
            <a:schemeClr val="lt2">
              <a:alpha val="6131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2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 rot="10800000" flipH="1">
            <a:off x="0" y="-15000"/>
            <a:ext cx="4572000" cy="515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1"/>
          </p:nvPr>
        </p:nvSpPr>
        <p:spPr>
          <a:xfrm>
            <a:off x="5274400" y="526550"/>
            <a:ext cx="29076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2"/>
          </p:nvPr>
        </p:nvSpPr>
        <p:spPr>
          <a:xfrm>
            <a:off x="5274400" y="2592950"/>
            <a:ext cx="29076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3"/>
          </p:nvPr>
        </p:nvSpPr>
        <p:spPr>
          <a:xfrm>
            <a:off x="5274400" y="965450"/>
            <a:ext cx="2907600" cy="16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◆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◆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◆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4"/>
          </p:nvPr>
        </p:nvSpPr>
        <p:spPr>
          <a:xfrm>
            <a:off x="5274400" y="3031850"/>
            <a:ext cx="2907600" cy="16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◆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◆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◆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715100" y="2151150"/>
            <a:ext cx="3149700" cy="8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ra ExtraBold"/>
                <a:ea typeface="Sora ExtraBold"/>
                <a:cs typeface="Sora ExtraBold"/>
                <a:sym typeface="Sora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accent4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 flipH="1">
            <a:off x="225" y="0"/>
            <a:ext cx="47592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5226350" y="2150850"/>
            <a:ext cx="328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685500" y="1462800"/>
            <a:ext cx="3562500" cy="22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accent2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3276150" y="0"/>
            <a:ext cx="5882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hasCustomPrompt="1"/>
          </p:nvPr>
        </p:nvSpPr>
        <p:spPr>
          <a:xfrm>
            <a:off x="4210925" y="517588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616775" y="1196636"/>
            <a:ext cx="24636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2" hasCustomPrompt="1"/>
          </p:nvPr>
        </p:nvSpPr>
        <p:spPr>
          <a:xfrm>
            <a:off x="6677221" y="517600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3"/>
          </p:nvPr>
        </p:nvSpPr>
        <p:spPr>
          <a:xfrm>
            <a:off x="6080371" y="1196648"/>
            <a:ext cx="2469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4" hasCustomPrompt="1"/>
          </p:nvPr>
        </p:nvSpPr>
        <p:spPr>
          <a:xfrm>
            <a:off x="4210925" y="1986888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5"/>
          </p:nvPr>
        </p:nvSpPr>
        <p:spPr>
          <a:xfrm>
            <a:off x="3616775" y="2665936"/>
            <a:ext cx="24636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6" hasCustomPrompt="1"/>
          </p:nvPr>
        </p:nvSpPr>
        <p:spPr>
          <a:xfrm>
            <a:off x="6677221" y="1998438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7"/>
          </p:nvPr>
        </p:nvSpPr>
        <p:spPr>
          <a:xfrm>
            <a:off x="6083071" y="2665936"/>
            <a:ext cx="24636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8" hasCustomPrompt="1"/>
          </p:nvPr>
        </p:nvSpPr>
        <p:spPr>
          <a:xfrm>
            <a:off x="4210925" y="3456200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9"/>
          </p:nvPr>
        </p:nvSpPr>
        <p:spPr>
          <a:xfrm>
            <a:off x="3614075" y="4123703"/>
            <a:ext cx="2469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13" hasCustomPrompt="1"/>
          </p:nvPr>
        </p:nvSpPr>
        <p:spPr>
          <a:xfrm>
            <a:off x="6677221" y="3456200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4"/>
          </p:nvPr>
        </p:nvSpPr>
        <p:spPr>
          <a:xfrm>
            <a:off x="6083071" y="4123703"/>
            <a:ext cx="24636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15"/>
          </p:nvPr>
        </p:nvSpPr>
        <p:spPr>
          <a:xfrm>
            <a:off x="602450" y="2009400"/>
            <a:ext cx="2262900" cy="11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6"/>
          </p:nvPr>
        </p:nvSpPr>
        <p:spPr>
          <a:xfrm>
            <a:off x="3616775" y="940750"/>
            <a:ext cx="2463600" cy="25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7"/>
          </p:nvPr>
        </p:nvSpPr>
        <p:spPr>
          <a:xfrm>
            <a:off x="6080371" y="940759"/>
            <a:ext cx="2469000" cy="25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8"/>
          </p:nvPr>
        </p:nvSpPr>
        <p:spPr>
          <a:xfrm>
            <a:off x="3616775" y="2409963"/>
            <a:ext cx="2463600" cy="24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9"/>
          </p:nvPr>
        </p:nvSpPr>
        <p:spPr>
          <a:xfrm>
            <a:off x="6083071" y="2409963"/>
            <a:ext cx="2463600" cy="24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20"/>
          </p:nvPr>
        </p:nvSpPr>
        <p:spPr>
          <a:xfrm>
            <a:off x="3614075" y="3867800"/>
            <a:ext cx="2469000" cy="25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21"/>
          </p:nvPr>
        </p:nvSpPr>
        <p:spPr>
          <a:xfrm>
            <a:off x="6083071" y="3867800"/>
            <a:ext cx="2463600" cy="25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bg>
      <p:bgPr>
        <a:solidFill>
          <a:schemeClr val="accent2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3652400" y="0"/>
            <a:ext cx="5506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ubTitle" idx="1"/>
          </p:nvPr>
        </p:nvSpPr>
        <p:spPr>
          <a:xfrm>
            <a:off x="5171150" y="856700"/>
            <a:ext cx="2469000" cy="43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subTitle" idx="2"/>
          </p:nvPr>
        </p:nvSpPr>
        <p:spPr>
          <a:xfrm>
            <a:off x="5171150" y="1312788"/>
            <a:ext cx="2469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ubTitle" idx="3"/>
          </p:nvPr>
        </p:nvSpPr>
        <p:spPr>
          <a:xfrm>
            <a:off x="5171150" y="2557388"/>
            <a:ext cx="2469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ubTitle" idx="4"/>
          </p:nvPr>
        </p:nvSpPr>
        <p:spPr>
          <a:xfrm>
            <a:off x="5171150" y="3801988"/>
            <a:ext cx="2469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720000" y="2009400"/>
            <a:ext cx="2441400" cy="11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subTitle" idx="5"/>
          </p:nvPr>
        </p:nvSpPr>
        <p:spPr>
          <a:xfrm>
            <a:off x="5171150" y="2101300"/>
            <a:ext cx="2469000" cy="43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subTitle" idx="6"/>
          </p:nvPr>
        </p:nvSpPr>
        <p:spPr>
          <a:xfrm>
            <a:off x="5171150" y="3345900"/>
            <a:ext cx="2469000" cy="43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">
    <p:bg>
      <p:bgPr>
        <a:solidFill>
          <a:schemeClr val="accent4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/>
          <p:nvPr/>
        </p:nvSpPr>
        <p:spPr>
          <a:xfrm>
            <a:off x="4759425" y="0"/>
            <a:ext cx="4384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33" name="Google Shape;133;p22"/>
          <p:cNvSpPr txBox="1">
            <a:spLocks noGrp="1"/>
          </p:cNvSpPr>
          <p:nvPr>
            <p:ph type="title"/>
          </p:nvPr>
        </p:nvSpPr>
        <p:spPr>
          <a:xfrm>
            <a:off x="5226350" y="2150850"/>
            <a:ext cx="328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4" name="Google Shape;134;p22"/>
          <p:cNvSpPr txBox="1">
            <a:spLocks noGrp="1"/>
          </p:cNvSpPr>
          <p:nvPr>
            <p:ph type="subTitle" idx="1"/>
          </p:nvPr>
        </p:nvSpPr>
        <p:spPr>
          <a:xfrm>
            <a:off x="5226350" y="3060850"/>
            <a:ext cx="32853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_1">
    <p:bg>
      <p:bgPr>
        <a:solidFill>
          <a:schemeClr val="lt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">
    <p:bg>
      <p:bgPr>
        <a:solidFill>
          <a:schemeClr val="lt2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ra ExtraLight"/>
              <a:buNone/>
              <a:defRPr sz="35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ra ExtraLight"/>
              <a:buNone/>
              <a:defRPr sz="35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ra ExtraLight"/>
              <a:buNone/>
              <a:defRPr sz="35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ra ExtraLight"/>
              <a:buNone/>
              <a:defRPr sz="35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ra ExtraLight"/>
              <a:buNone/>
              <a:defRPr sz="35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ra ExtraLight"/>
              <a:buNone/>
              <a:defRPr sz="35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ra ExtraLight"/>
              <a:buNone/>
              <a:defRPr sz="35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ra ExtraLight"/>
              <a:buNone/>
              <a:defRPr sz="35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ra ExtraLight"/>
              <a:buNone/>
              <a:defRPr sz="35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Light"/>
              <a:buChar char="●"/>
              <a:defRPr>
                <a:solidFill>
                  <a:schemeClr val="dk1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Light"/>
              <a:buChar char="○"/>
              <a:defRPr>
                <a:solidFill>
                  <a:schemeClr val="dk1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Light"/>
              <a:buChar char="■"/>
              <a:defRPr>
                <a:solidFill>
                  <a:schemeClr val="dk1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Light"/>
              <a:buChar char="●"/>
              <a:defRPr>
                <a:solidFill>
                  <a:schemeClr val="dk1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Light"/>
              <a:buChar char="○"/>
              <a:defRPr>
                <a:solidFill>
                  <a:schemeClr val="dk1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Light"/>
              <a:buChar char="■"/>
              <a:defRPr>
                <a:solidFill>
                  <a:schemeClr val="dk1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Light"/>
              <a:buChar char="●"/>
              <a:defRPr>
                <a:solidFill>
                  <a:schemeClr val="dk1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Light"/>
              <a:buChar char="○"/>
              <a:defRPr>
                <a:solidFill>
                  <a:schemeClr val="dk1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ora Light"/>
              <a:buChar char="■"/>
              <a:defRPr>
                <a:solidFill>
                  <a:schemeClr val="dk1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>
            <a:spLocks noGrp="1"/>
          </p:cNvSpPr>
          <p:nvPr>
            <p:ph type="ctrTitle"/>
          </p:nvPr>
        </p:nvSpPr>
        <p:spPr>
          <a:xfrm>
            <a:off x="112643" y="733826"/>
            <a:ext cx="4955830" cy="3291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1" dirty="0">
                <a:latin typeface="Times New Roman" panose="02020603050405020304" pitchFamily="18" charset="0"/>
                <a:ea typeface="Sora Light"/>
                <a:cs typeface="Times New Roman" panose="02020603050405020304" pitchFamily="18" charset="0"/>
                <a:sym typeface="Sora Light"/>
              </a:rPr>
              <a:t>Building an android app</a:t>
            </a:r>
            <a:br>
              <a:rPr lang="vi-VN" sz="3600" dirty="0">
                <a:latin typeface="+mj-lt"/>
                <a:ea typeface="Sora Light"/>
                <a:cs typeface="Sora Light"/>
                <a:sym typeface="Sora Light"/>
              </a:rPr>
            </a:br>
            <a:r>
              <a:rPr lang="en-US" sz="5400" b="1" dirty="0">
                <a:latin typeface="Times New Roman" panose="02020603050405020304" pitchFamily="18" charset="0"/>
                <a:ea typeface="Sora Light"/>
                <a:cs typeface="Times New Roman" panose="02020603050405020304" pitchFamily="18" charset="0"/>
                <a:sym typeface="Sora Light"/>
              </a:rPr>
              <a:t>FOOD ORDERING APP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4400" dirty="0" err="1">
                <a:solidFill>
                  <a:schemeClr val="lt1"/>
                </a:solidFill>
                <a:latin typeface="Times New Roman" panose="02020603050405020304" pitchFamily="18" charset="0"/>
                <a:ea typeface="Sora ExtraBold"/>
                <a:cs typeface="Times New Roman" panose="02020603050405020304" pitchFamily="18" charset="0"/>
                <a:sym typeface="Sora ExtraBold"/>
              </a:rPr>
              <a:t>Lập</a:t>
            </a:r>
            <a:r>
              <a:rPr lang="en-US" altLang="en-US" sz="4400" dirty="0">
                <a:solidFill>
                  <a:schemeClr val="lt1"/>
                </a:solidFill>
                <a:latin typeface="Times New Roman" panose="02020603050405020304" pitchFamily="18" charset="0"/>
                <a:ea typeface="Sora ExtraBold"/>
                <a:cs typeface="Times New Roman" panose="02020603050405020304" pitchFamily="18" charset="0"/>
                <a:sym typeface="Sora ExtraBold"/>
              </a:rPr>
              <a:t> </a:t>
            </a:r>
            <a:r>
              <a:rPr lang="en-US" altLang="en-US" sz="4400" dirty="0" err="1">
                <a:solidFill>
                  <a:schemeClr val="lt1"/>
                </a:solidFill>
                <a:latin typeface="Times New Roman" panose="02020603050405020304" pitchFamily="18" charset="0"/>
                <a:ea typeface="Sora ExtraBold"/>
                <a:cs typeface="Times New Roman" panose="02020603050405020304" pitchFamily="18" charset="0"/>
                <a:sym typeface="Sora ExtraBold"/>
              </a:rPr>
              <a:t>trình</a:t>
            </a:r>
            <a:r>
              <a:rPr lang="en-US" altLang="en-US" sz="4400" dirty="0">
                <a:solidFill>
                  <a:schemeClr val="lt1"/>
                </a:solidFill>
                <a:latin typeface="Times New Roman" panose="02020603050405020304" pitchFamily="18" charset="0"/>
                <a:ea typeface="Sora ExtraBold"/>
                <a:cs typeface="Times New Roman" panose="02020603050405020304" pitchFamily="18" charset="0"/>
                <a:sym typeface="Sora ExtraBold"/>
              </a:rPr>
              <a:t> di </a:t>
            </a:r>
            <a:r>
              <a:rPr lang="en-US" altLang="en-US" sz="4400" dirty="0" err="1">
                <a:solidFill>
                  <a:schemeClr val="lt1"/>
                </a:solidFill>
                <a:latin typeface="Times New Roman" panose="02020603050405020304" pitchFamily="18" charset="0"/>
                <a:ea typeface="Sora ExtraBold"/>
                <a:cs typeface="Times New Roman" panose="02020603050405020304" pitchFamily="18" charset="0"/>
                <a:sym typeface="Sora ExtraBold"/>
              </a:rPr>
              <a:t>động</a:t>
            </a:r>
            <a:endParaRPr lang="vi-VN" altLang="en-US" sz="4400" dirty="0">
              <a:solidFill>
                <a:schemeClr val="lt1"/>
              </a:solidFill>
              <a:latin typeface="Times New Roman" panose="02020603050405020304" pitchFamily="18" charset="0"/>
              <a:ea typeface="Sora ExtraBold"/>
              <a:cs typeface="Times New Roman" panose="02020603050405020304" pitchFamily="18" charset="0"/>
              <a:sym typeface="Sora ExtraBold"/>
            </a:endParaRPr>
          </a:p>
        </p:txBody>
      </p:sp>
      <p:sp>
        <p:nvSpPr>
          <p:cNvPr id="296" name="Google Shape;296;p30"/>
          <p:cNvSpPr txBox="1">
            <a:spLocks noGrp="1"/>
          </p:cNvSpPr>
          <p:nvPr>
            <p:ph type="subTitle" idx="1"/>
          </p:nvPr>
        </p:nvSpPr>
        <p:spPr>
          <a:xfrm>
            <a:off x="638900" y="4206240"/>
            <a:ext cx="4009800" cy="554817"/>
          </a:xfrm>
          <a:prstGeom prst="rect">
            <a:avLst/>
          </a:prstGeom>
        </p:spPr>
        <p:txBody>
          <a:bodyPr spcFirstLastPara="1" wrap="square" lIns="182875" tIns="91425" rIns="18287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1" i="1" dirty="0">
              <a:solidFill>
                <a:schemeClr val="bg2"/>
              </a:solidFill>
              <a:latin typeface="+mj-l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vi-VN" b="1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b="1" i="1" dirty="0">
                <a:solidFill>
                  <a:schemeClr val="bg2"/>
                </a:solidFill>
                <a:latin typeface="+mj-lt"/>
              </a:rPr>
              <a:t>: </a:t>
            </a:r>
            <a:r>
              <a:rPr lang="en-US" b="1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Nguyễn Huy Hoàng-20IT430</a:t>
            </a:r>
            <a:endParaRPr b="1" i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7" name="Google Shape;297;p30"/>
          <p:cNvGrpSpPr/>
          <p:nvPr/>
        </p:nvGrpSpPr>
        <p:grpSpPr>
          <a:xfrm>
            <a:off x="5035488" y="325162"/>
            <a:ext cx="675038" cy="4493176"/>
            <a:chOff x="5050580" y="323238"/>
            <a:chExt cx="675038" cy="4493176"/>
          </a:xfrm>
        </p:grpSpPr>
        <p:sp>
          <p:nvSpPr>
            <p:cNvPr id="299" name="Google Shape;299;p30"/>
            <p:cNvSpPr/>
            <p:nvPr/>
          </p:nvSpPr>
          <p:spPr>
            <a:xfrm>
              <a:off x="5050580" y="1852628"/>
              <a:ext cx="658344" cy="658344"/>
            </a:xfrm>
            <a:prstGeom prst="ellipse">
              <a:avLst/>
            </a:prstGeom>
            <a:solidFill>
              <a:schemeClr val="bg1">
                <a:lumMod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01" name="Google Shape;301;p30"/>
            <p:cNvGrpSpPr/>
            <p:nvPr/>
          </p:nvGrpSpPr>
          <p:grpSpPr>
            <a:xfrm>
              <a:off x="5056389" y="323238"/>
              <a:ext cx="662151" cy="662151"/>
              <a:chOff x="7928625" y="3680700"/>
              <a:chExt cx="879000" cy="879000"/>
            </a:xfrm>
          </p:grpSpPr>
          <p:sp>
            <p:nvSpPr>
              <p:cNvPr id="302" name="Google Shape;302;p30"/>
              <p:cNvSpPr/>
              <p:nvPr/>
            </p:nvSpPr>
            <p:spPr>
              <a:xfrm>
                <a:off x="7928625" y="3680700"/>
                <a:ext cx="879000" cy="879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303" name="Google Shape;303;p30"/>
              <p:cNvGrpSpPr/>
              <p:nvPr/>
            </p:nvGrpSpPr>
            <p:grpSpPr>
              <a:xfrm>
                <a:off x="8069479" y="3821884"/>
                <a:ext cx="597292" cy="596633"/>
                <a:chOff x="3303268" y="3817349"/>
                <a:chExt cx="346056" cy="345674"/>
              </a:xfrm>
            </p:grpSpPr>
            <p:sp>
              <p:nvSpPr>
                <p:cNvPr id="304" name="Google Shape;304;p30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" name="Google Shape;307;p30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" h="918" extrusionOk="0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08" name="Google Shape;308;p30"/>
            <p:cNvGrpSpPr/>
            <p:nvPr/>
          </p:nvGrpSpPr>
          <p:grpSpPr>
            <a:xfrm>
              <a:off x="5058285" y="1082307"/>
              <a:ext cx="658343" cy="658344"/>
              <a:chOff x="4821764" y="2969574"/>
              <a:chExt cx="597300" cy="597300"/>
            </a:xfrm>
          </p:grpSpPr>
          <p:sp>
            <p:nvSpPr>
              <p:cNvPr id="309" name="Google Shape;309;p30"/>
              <p:cNvSpPr/>
              <p:nvPr/>
            </p:nvSpPr>
            <p:spPr>
              <a:xfrm>
                <a:off x="4821764" y="2969574"/>
                <a:ext cx="597300" cy="597300"/>
              </a:xfrm>
              <a:prstGeom prst="ellipse">
                <a:avLst/>
              </a:prstGeom>
              <a:solidFill>
                <a:schemeClr val="bg1">
                  <a:lumMod val="9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311" name="Google Shape;311;p30"/>
              <p:cNvSpPr/>
              <p:nvPr/>
            </p:nvSpPr>
            <p:spPr>
              <a:xfrm>
                <a:off x="4947385" y="3105313"/>
                <a:ext cx="346056" cy="345674"/>
              </a:xfrm>
              <a:custGeom>
                <a:avLst/>
                <a:gdLst/>
                <a:ahLst/>
                <a:cxnLst/>
                <a:rect l="l" t="t" r="r" b="b"/>
                <a:pathLst>
                  <a:path w="10872" h="10860" extrusionOk="0">
                    <a:moveTo>
                      <a:pt x="5430" y="334"/>
                    </a:moveTo>
                    <a:cubicBezTo>
                      <a:pt x="8252" y="334"/>
                      <a:pt x="10526" y="2608"/>
                      <a:pt x="10526" y="5430"/>
                    </a:cubicBezTo>
                    <a:cubicBezTo>
                      <a:pt x="10526" y="8240"/>
                      <a:pt x="8228" y="10514"/>
                      <a:pt x="5430" y="10514"/>
                    </a:cubicBezTo>
                    <a:cubicBezTo>
                      <a:pt x="2620" y="10514"/>
                      <a:pt x="346" y="8240"/>
                      <a:pt x="346" y="5430"/>
                    </a:cubicBezTo>
                    <a:cubicBezTo>
                      <a:pt x="346" y="2608"/>
                      <a:pt x="2620" y="334"/>
                      <a:pt x="5430" y="334"/>
                    </a:cubicBezTo>
                    <a:close/>
                    <a:moveTo>
                      <a:pt x="5430" y="1"/>
                    </a:moveTo>
                    <a:cubicBezTo>
                      <a:pt x="3989" y="1"/>
                      <a:pt x="2620" y="560"/>
                      <a:pt x="1596" y="1584"/>
                    </a:cubicBezTo>
                    <a:cubicBezTo>
                      <a:pt x="572" y="2620"/>
                      <a:pt x="1" y="3989"/>
                      <a:pt x="1" y="5430"/>
                    </a:cubicBezTo>
                    <a:cubicBezTo>
                      <a:pt x="1" y="6871"/>
                      <a:pt x="572" y="8240"/>
                      <a:pt x="1596" y="9264"/>
                    </a:cubicBezTo>
                    <a:cubicBezTo>
                      <a:pt x="2620" y="10300"/>
                      <a:pt x="3989" y="10859"/>
                      <a:pt x="5430" y="10859"/>
                    </a:cubicBezTo>
                    <a:cubicBezTo>
                      <a:pt x="6882" y="10859"/>
                      <a:pt x="8252" y="10300"/>
                      <a:pt x="9276" y="9264"/>
                    </a:cubicBezTo>
                    <a:cubicBezTo>
                      <a:pt x="10300" y="8240"/>
                      <a:pt x="10871" y="6871"/>
                      <a:pt x="10871" y="5430"/>
                    </a:cubicBezTo>
                    <a:cubicBezTo>
                      <a:pt x="10871" y="3989"/>
                      <a:pt x="10300" y="2620"/>
                      <a:pt x="9276" y="1584"/>
                    </a:cubicBezTo>
                    <a:cubicBezTo>
                      <a:pt x="8252" y="560"/>
                      <a:pt x="6882" y="1"/>
                      <a:pt x="54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5" name="Google Shape;315;p30"/>
            <p:cNvGrpSpPr/>
            <p:nvPr/>
          </p:nvGrpSpPr>
          <p:grpSpPr>
            <a:xfrm>
              <a:off x="5058293" y="4158070"/>
              <a:ext cx="658344" cy="658344"/>
              <a:chOff x="4750238" y="629850"/>
              <a:chExt cx="597300" cy="597300"/>
            </a:xfrm>
          </p:grpSpPr>
          <p:sp>
            <p:nvSpPr>
              <p:cNvPr id="316" name="Google Shape;316;p30"/>
              <p:cNvSpPr/>
              <p:nvPr/>
            </p:nvSpPr>
            <p:spPr>
              <a:xfrm>
                <a:off x="4750238" y="629850"/>
                <a:ext cx="597300" cy="597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17" name="Google Shape;317;p30"/>
              <p:cNvGrpSpPr/>
              <p:nvPr/>
            </p:nvGrpSpPr>
            <p:grpSpPr>
              <a:xfrm>
                <a:off x="4875876" y="755663"/>
                <a:ext cx="346024" cy="345674"/>
                <a:chOff x="4201447" y="3817349"/>
                <a:chExt cx="346024" cy="345674"/>
              </a:xfrm>
            </p:grpSpPr>
            <p:sp>
              <p:nvSpPr>
                <p:cNvPr id="318" name="Google Shape;318;p30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1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" name="Google Shape;319;p30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4" h="5835" extrusionOk="0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21" name="Google Shape;321;p30"/>
            <p:cNvSpPr/>
            <p:nvPr/>
          </p:nvSpPr>
          <p:spPr>
            <a:xfrm>
              <a:off x="5067268" y="2630326"/>
              <a:ext cx="658350" cy="658350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27" name="Google Shape;327;p30"/>
            <p:cNvGrpSpPr/>
            <p:nvPr/>
          </p:nvGrpSpPr>
          <p:grpSpPr>
            <a:xfrm>
              <a:off x="5058293" y="3391866"/>
              <a:ext cx="658344" cy="658344"/>
              <a:chOff x="4892375" y="1804675"/>
              <a:chExt cx="597300" cy="597300"/>
            </a:xfrm>
          </p:grpSpPr>
          <p:sp>
            <p:nvSpPr>
              <p:cNvPr id="328" name="Google Shape;328;p30"/>
              <p:cNvSpPr/>
              <p:nvPr/>
            </p:nvSpPr>
            <p:spPr>
              <a:xfrm>
                <a:off x="4892375" y="1804675"/>
                <a:ext cx="597300" cy="597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29" name="Google Shape;329;p30"/>
              <p:cNvGrpSpPr/>
              <p:nvPr/>
            </p:nvGrpSpPr>
            <p:grpSpPr>
              <a:xfrm>
                <a:off x="5018220" y="1930490"/>
                <a:ext cx="345642" cy="345674"/>
                <a:chOff x="5549861" y="3817349"/>
                <a:chExt cx="345642" cy="345674"/>
              </a:xfrm>
            </p:grpSpPr>
            <p:sp>
              <p:nvSpPr>
                <p:cNvPr id="330" name="Google Shape;330;p30"/>
                <p:cNvSpPr/>
                <p:nvPr/>
              </p:nvSpPr>
              <p:spPr>
                <a:xfrm>
                  <a:off x="5549861" y="3817349"/>
                  <a:ext cx="345642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9" h="10860" extrusionOk="0">
                      <a:moveTo>
                        <a:pt x="5429" y="334"/>
                      </a:moveTo>
                      <a:cubicBezTo>
                        <a:pt x="8239" y="334"/>
                        <a:pt x="10513" y="2608"/>
                        <a:pt x="10513" y="5430"/>
                      </a:cubicBezTo>
                      <a:cubicBezTo>
                        <a:pt x="10513" y="8240"/>
                        <a:pt x="8227" y="10514"/>
                        <a:pt x="5429" y="10514"/>
                      </a:cubicBezTo>
                      <a:cubicBezTo>
                        <a:pt x="2619" y="10514"/>
                        <a:pt x="333" y="8240"/>
                        <a:pt x="333" y="5430"/>
                      </a:cubicBezTo>
                      <a:cubicBezTo>
                        <a:pt x="333" y="2608"/>
                        <a:pt x="2619" y="334"/>
                        <a:pt x="5429" y="334"/>
                      </a:cubicBezTo>
                      <a:close/>
                      <a:moveTo>
                        <a:pt x="5429" y="1"/>
                      </a:moveTo>
                      <a:cubicBezTo>
                        <a:pt x="3989" y="1"/>
                        <a:pt x="2619" y="560"/>
                        <a:pt x="1584" y="1584"/>
                      </a:cubicBezTo>
                      <a:cubicBezTo>
                        <a:pt x="560" y="2620"/>
                        <a:pt x="0" y="3989"/>
                        <a:pt x="0" y="5430"/>
                      </a:cubicBezTo>
                      <a:cubicBezTo>
                        <a:pt x="0" y="6871"/>
                        <a:pt x="560" y="8240"/>
                        <a:pt x="1584" y="9264"/>
                      </a:cubicBezTo>
                      <a:cubicBezTo>
                        <a:pt x="2619" y="10300"/>
                        <a:pt x="3989" y="10859"/>
                        <a:pt x="5429" y="10859"/>
                      </a:cubicBezTo>
                      <a:cubicBezTo>
                        <a:pt x="6870" y="10859"/>
                        <a:pt x="8239" y="10300"/>
                        <a:pt x="9263" y="9264"/>
                      </a:cubicBezTo>
                      <a:cubicBezTo>
                        <a:pt x="10299" y="8240"/>
                        <a:pt x="10859" y="6871"/>
                        <a:pt x="10859" y="5430"/>
                      </a:cubicBezTo>
                      <a:cubicBezTo>
                        <a:pt x="10859" y="3989"/>
                        <a:pt x="10299" y="2620"/>
                        <a:pt x="9263" y="1584"/>
                      </a:cubicBezTo>
                      <a:cubicBezTo>
                        <a:pt x="8239" y="560"/>
                        <a:pt x="6870" y="1"/>
                        <a:pt x="54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" name="Google Shape;331;p30"/>
                <p:cNvSpPr/>
                <p:nvPr/>
              </p:nvSpPr>
              <p:spPr>
                <a:xfrm>
                  <a:off x="5590763" y="3890208"/>
                  <a:ext cx="262661" cy="200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2" h="6285" extrusionOk="0">
                      <a:moveTo>
                        <a:pt x="4123" y="1"/>
                      </a:moveTo>
                      <a:cubicBezTo>
                        <a:pt x="3010" y="1"/>
                        <a:pt x="1900" y="63"/>
                        <a:pt x="799" y="188"/>
                      </a:cubicBezTo>
                      <a:cubicBezTo>
                        <a:pt x="513" y="224"/>
                        <a:pt x="287" y="450"/>
                        <a:pt x="239" y="712"/>
                      </a:cubicBezTo>
                      <a:cubicBezTo>
                        <a:pt x="1" y="2319"/>
                        <a:pt x="1" y="3963"/>
                        <a:pt x="239" y="5570"/>
                      </a:cubicBezTo>
                      <a:cubicBezTo>
                        <a:pt x="287" y="5844"/>
                        <a:pt x="513" y="6058"/>
                        <a:pt x="799" y="6082"/>
                      </a:cubicBezTo>
                      <a:cubicBezTo>
                        <a:pt x="1894" y="6201"/>
                        <a:pt x="3013" y="6284"/>
                        <a:pt x="4132" y="6284"/>
                      </a:cubicBezTo>
                      <a:cubicBezTo>
                        <a:pt x="4609" y="6284"/>
                        <a:pt x="5085" y="6260"/>
                        <a:pt x="5561" y="6249"/>
                      </a:cubicBezTo>
                      <a:cubicBezTo>
                        <a:pt x="5644" y="6249"/>
                        <a:pt x="5716" y="6177"/>
                        <a:pt x="5716" y="6070"/>
                      </a:cubicBezTo>
                      <a:cubicBezTo>
                        <a:pt x="5716" y="5963"/>
                        <a:pt x="5633" y="5891"/>
                        <a:pt x="5537" y="5891"/>
                      </a:cubicBezTo>
                      <a:cubicBezTo>
                        <a:pt x="5051" y="5914"/>
                        <a:pt x="4564" y="5925"/>
                        <a:pt x="4076" y="5925"/>
                      </a:cubicBezTo>
                      <a:cubicBezTo>
                        <a:pt x="2998" y="5925"/>
                        <a:pt x="1916" y="5868"/>
                        <a:pt x="834" y="5737"/>
                      </a:cubicBezTo>
                      <a:cubicBezTo>
                        <a:pt x="715" y="5725"/>
                        <a:pt x="620" y="5641"/>
                        <a:pt x="596" y="5498"/>
                      </a:cubicBezTo>
                      <a:cubicBezTo>
                        <a:pt x="382" y="3927"/>
                        <a:pt x="382" y="2319"/>
                        <a:pt x="596" y="736"/>
                      </a:cubicBezTo>
                      <a:cubicBezTo>
                        <a:pt x="620" y="617"/>
                        <a:pt x="715" y="522"/>
                        <a:pt x="834" y="498"/>
                      </a:cubicBezTo>
                      <a:cubicBezTo>
                        <a:pt x="1942" y="379"/>
                        <a:pt x="3037" y="319"/>
                        <a:pt x="4144" y="319"/>
                      </a:cubicBezTo>
                      <a:cubicBezTo>
                        <a:pt x="5240" y="319"/>
                        <a:pt x="6347" y="379"/>
                        <a:pt x="7442" y="498"/>
                      </a:cubicBezTo>
                      <a:cubicBezTo>
                        <a:pt x="7561" y="522"/>
                        <a:pt x="7669" y="605"/>
                        <a:pt x="7680" y="736"/>
                      </a:cubicBezTo>
                      <a:cubicBezTo>
                        <a:pt x="7907" y="2319"/>
                        <a:pt x="7907" y="3927"/>
                        <a:pt x="7680" y="5498"/>
                      </a:cubicBezTo>
                      <a:cubicBezTo>
                        <a:pt x="7669" y="5617"/>
                        <a:pt x="7561" y="5725"/>
                        <a:pt x="7442" y="5737"/>
                      </a:cubicBezTo>
                      <a:cubicBezTo>
                        <a:pt x="7085" y="5784"/>
                        <a:pt x="6752" y="5820"/>
                        <a:pt x="6395" y="5844"/>
                      </a:cubicBezTo>
                      <a:cubicBezTo>
                        <a:pt x="6299" y="5844"/>
                        <a:pt x="6228" y="5927"/>
                        <a:pt x="6228" y="6010"/>
                      </a:cubicBezTo>
                      <a:cubicBezTo>
                        <a:pt x="6228" y="6110"/>
                        <a:pt x="6299" y="6178"/>
                        <a:pt x="6386" y="6178"/>
                      </a:cubicBezTo>
                      <a:cubicBezTo>
                        <a:pt x="6393" y="6178"/>
                        <a:pt x="6399" y="6178"/>
                        <a:pt x="6406" y="6177"/>
                      </a:cubicBezTo>
                      <a:cubicBezTo>
                        <a:pt x="6764" y="6141"/>
                        <a:pt x="7121" y="6118"/>
                        <a:pt x="7478" y="6070"/>
                      </a:cubicBezTo>
                      <a:cubicBezTo>
                        <a:pt x="7764" y="6034"/>
                        <a:pt x="7978" y="5820"/>
                        <a:pt x="8026" y="5546"/>
                      </a:cubicBezTo>
                      <a:cubicBezTo>
                        <a:pt x="8252" y="3963"/>
                        <a:pt x="8252" y="2319"/>
                        <a:pt x="8014" y="712"/>
                      </a:cubicBezTo>
                      <a:cubicBezTo>
                        <a:pt x="7966" y="426"/>
                        <a:pt x="7740" y="224"/>
                        <a:pt x="7466" y="188"/>
                      </a:cubicBezTo>
                      <a:cubicBezTo>
                        <a:pt x="6353" y="63"/>
                        <a:pt x="5237" y="1"/>
                        <a:pt x="412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" name="Google Shape;332;p30"/>
                <p:cNvSpPr/>
                <p:nvPr/>
              </p:nvSpPr>
              <p:spPr>
                <a:xfrm>
                  <a:off x="5680587" y="3935024"/>
                  <a:ext cx="105389" cy="1105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1" h="3472" extrusionOk="0">
                      <a:moveTo>
                        <a:pt x="334" y="447"/>
                      </a:moveTo>
                      <a:lnTo>
                        <a:pt x="2763" y="1733"/>
                      </a:lnTo>
                      <a:lnTo>
                        <a:pt x="334" y="3007"/>
                      </a:lnTo>
                      <a:lnTo>
                        <a:pt x="334" y="447"/>
                      </a:lnTo>
                      <a:close/>
                      <a:moveTo>
                        <a:pt x="163" y="1"/>
                      </a:moveTo>
                      <a:cubicBezTo>
                        <a:pt x="135" y="1"/>
                        <a:pt x="108" y="7"/>
                        <a:pt x="84" y="18"/>
                      </a:cubicBezTo>
                      <a:cubicBezTo>
                        <a:pt x="36" y="54"/>
                        <a:pt x="1" y="114"/>
                        <a:pt x="1" y="173"/>
                      </a:cubicBezTo>
                      <a:lnTo>
                        <a:pt x="1" y="3293"/>
                      </a:lnTo>
                      <a:cubicBezTo>
                        <a:pt x="1" y="3352"/>
                        <a:pt x="24" y="3412"/>
                        <a:pt x="84" y="3447"/>
                      </a:cubicBezTo>
                      <a:cubicBezTo>
                        <a:pt x="120" y="3459"/>
                        <a:pt x="144" y="3471"/>
                        <a:pt x="179" y="3471"/>
                      </a:cubicBezTo>
                      <a:cubicBezTo>
                        <a:pt x="203" y="3471"/>
                        <a:pt x="239" y="3471"/>
                        <a:pt x="251" y="3459"/>
                      </a:cubicBezTo>
                      <a:lnTo>
                        <a:pt x="3227" y="1900"/>
                      </a:lnTo>
                      <a:cubicBezTo>
                        <a:pt x="3287" y="1864"/>
                        <a:pt x="3311" y="1804"/>
                        <a:pt x="3311" y="1745"/>
                      </a:cubicBezTo>
                      <a:cubicBezTo>
                        <a:pt x="3311" y="1673"/>
                        <a:pt x="3287" y="1614"/>
                        <a:pt x="3227" y="1578"/>
                      </a:cubicBezTo>
                      <a:lnTo>
                        <a:pt x="251" y="18"/>
                      </a:lnTo>
                      <a:cubicBezTo>
                        <a:pt x="221" y="7"/>
                        <a:pt x="191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7" name="Google Shape;9678;p74"/>
          <p:cNvGrpSpPr/>
          <p:nvPr/>
        </p:nvGrpSpPr>
        <p:grpSpPr>
          <a:xfrm>
            <a:off x="5178243" y="503153"/>
            <a:ext cx="372835" cy="342573"/>
            <a:chOff x="1952836" y="2774422"/>
            <a:chExt cx="372835" cy="342573"/>
          </a:xfrm>
        </p:grpSpPr>
        <p:sp>
          <p:nvSpPr>
            <p:cNvPr id="18" name="Google Shape;9679;p74"/>
            <p:cNvSpPr/>
            <p:nvPr/>
          </p:nvSpPr>
          <p:spPr>
            <a:xfrm>
              <a:off x="2076490" y="3057581"/>
              <a:ext cx="40869" cy="40869"/>
            </a:xfrm>
            <a:custGeom>
              <a:avLst/>
              <a:gdLst/>
              <a:ahLst/>
              <a:cxnLst/>
              <a:rect l="l" t="t" r="r" b="b"/>
              <a:pathLst>
                <a:path w="1287" h="1287" extrusionOk="0">
                  <a:moveTo>
                    <a:pt x="643" y="346"/>
                  </a:moveTo>
                  <a:cubicBezTo>
                    <a:pt x="810" y="346"/>
                    <a:pt x="941" y="477"/>
                    <a:pt x="941" y="644"/>
                  </a:cubicBezTo>
                  <a:cubicBezTo>
                    <a:pt x="941" y="811"/>
                    <a:pt x="810" y="941"/>
                    <a:pt x="643" y="941"/>
                  </a:cubicBezTo>
                  <a:cubicBezTo>
                    <a:pt x="476" y="941"/>
                    <a:pt x="345" y="811"/>
                    <a:pt x="345" y="644"/>
                  </a:cubicBezTo>
                  <a:cubicBezTo>
                    <a:pt x="345" y="477"/>
                    <a:pt x="476" y="346"/>
                    <a:pt x="643" y="346"/>
                  </a:cubicBezTo>
                  <a:close/>
                  <a:moveTo>
                    <a:pt x="643" y="1"/>
                  </a:moveTo>
                  <a:cubicBezTo>
                    <a:pt x="286" y="1"/>
                    <a:pt x="0" y="287"/>
                    <a:pt x="0" y="644"/>
                  </a:cubicBezTo>
                  <a:cubicBezTo>
                    <a:pt x="0" y="1001"/>
                    <a:pt x="286" y="1287"/>
                    <a:pt x="643" y="1287"/>
                  </a:cubicBezTo>
                  <a:cubicBezTo>
                    <a:pt x="1000" y="1287"/>
                    <a:pt x="1286" y="1001"/>
                    <a:pt x="1286" y="644"/>
                  </a:cubicBezTo>
                  <a:cubicBezTo>
                    <a:pt x="1286" y="287"/>
                    <a:pt x="1000" y="1"/>
                    <a:pt x="64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680;p74"/>
            <p:cNvSpPr/>
            <p:nvPr/>
          </p:nvSpPr>
          <p:spPr>
            <a:xfrm>
              <a:off x="2208432" y="3057581"/>
              <a:ext cx="40869" cy="40869"/>
            </a:xfrm>
            <a:custGeom>
              <a:avLst/>
              <a:gdLst/>
              <a:ahLst/>
              <a:cxnLst/>
              <a:rect l="l" t="t" r="r" b="b"/>
              <a:pathLst>
                <a:path w="1287" h="1287" extrusionOk="0">
                  <a:moveTo>
                    <a:pt x="643" y="346"/>
                  </a:moveTo>
                  <a:cubicBezTo>
                    <a:pt x="810" y="346"/>
                    <a:pt x="941" y="477"/>
                    <a:pt x="941" y="644"/>
                  </a:cubicBezTo>
                  <a:cubicBezTo>
                    <a:pt x="941" y="811"/>
                    <a:pt x="810" y="941"/>
                    <a:pt x="643" y="941"/>
                  </a:cubicBezTo>
                  <a:cubicBezTo>
                    <a:pt x="477" y="941"/>
                    <a:pt x="346" y="811"/>
                    <a:pt x="346" y="644"/>
                  </a:cubicBezTo>
                  <a:cubicBezTo>
                    <a:pt x="346" y="477"/>
                    <a:pt x="477" y="346"/>
                    <a:pt x="643" y="346"/>
                  </a:cubicBezTo>
                  <a:close/>
                  <a:moveTo>
                    <a:pt x="643" y="1"/>
                  </a:moveTo>
                  <a:cubicBezTo>
                    <a:pt x="286" y="1"/>
                    <a:pt x="0" y="287"/>
                    <a:pt x="0" y="644"/>
                  </a:cubicBezTo>
                  <a:cubicBezTo>
                    <a:pt x="0" y="1001"/>
                    <a:pt x="286" y="1287"/>
                    <a:pt x="643" y="1287"/>
                  </a:cubicBezTo>
                  <a:cubicBezTo>
                    <a:pt x="1001" y="1287"/>
                    <a:pt x="1286" y="1001"/>
                    <a:pt x="1286" y="644"/>
                  </a:cubicBezTo>
                  <a:cubicBezTo>
                    <a:pt x="1286" y="287"/>
                    <a:pt x="1001" y="1"/>
                    <a:pt x="64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681;p74"/>
            <p:cNvSpPr/>
            <p:nvPr/>
          </p:nvSpPr>
          <p:spPr>
            <a:xfrm>
              <a:off x="1952836" y="2774422"/>
              <a:ext cx="372835" cy="342573"/>
            </a:xfrm>
            <a:custGeom>
              <a:avLst/>
              <a:gdLst/>
              <a:ahLst/>
              <a:cxnLst/>
              <a:rect l="l" t="t" r="r" b="b"/>
              <a:pathLst>
                <a:path w="11741" h="10788" extrusionOk="0">
                  <a:moveTo>
                    <a:pt x="5382" y="1988"/>
                  </a:moveTo>
                  <a:lnTo>
                    <a:pt x="5382" y="3001"/>
                  </a:lnTo>
                  <a:lnTo>
                    <a:pt x="4359" y="3001"/>
                  </a:lnTo>
                  <a:lnTo>
                    <a:pt x="4359" y="1988"/>
                  </a:lnTo>
                  <a:close/>
                  <a:moveTo>
                    <a:pt x="6752" y="1988"/>
                  </a:moveTo>
                  <a:lnTo>
                    <a:pt x="6752" y="3001"/>
                  </a:lnTo>
                  <a:lnTo>
                    <a:pt x="5728" y="3001"/>
                  </a:lnTo>
                  <a:lnTo>
                    <a:pt x="5728" y="1988"/>
                  </a:lnTo>
                  <a:close/>
                  <a:moveTo>
                    <a:pt x="8121" y="1988"/>
                  </a:moveTo>
                  <a:lnTo>
                    <a:pt x="8121" y="3001"/>
                  </a:lnTo>
                  <a:lnTo>
                    <a:pt x="7097" y="3001"/>
                  </a:lnTo>
                  <a:lnTo>
                    <a:pt x="7097" y="1988"/>
                  </a:lnTo>
                  <a:close/>
                  <a:moveTo>
                    <a:pt x="9490" y="1988"/>
                  </a:moveTo>
                  <a:lnTo>
                    <a:pt x="9490" y="3001"/>
                  </a:lnTo>
                  <a:lnTo>
                    <a:pt x="8466" y="3001"/>
                  </a:lnTo>
                  <a:lnTo>
                    <a:pt x="8466" y="1988"/>
                  </a:lnTo>
                  <a:close/>
                  <a:moveTo>
                    <a:pt x="10324" y="1988"/>
                  </a:moveTo>
                  <a:lnTo>
                    <a:pt x="10085" y="3001"/>
                  </a:lnTo>
                  <a:lnTo>
                    <a:pt x="9847" y="3001"/>
                  </a:lnTo>
                  <a:lnTo>
                    <a:pt x="9847" y="1988"/>
                  </a:lnTo>
                  <a:close/>
                  <a:moveTo>
                    <a:pt x="4001" y="2000"/>
                  </a:moveTo>
                  <a:lnTo>
                    <a:pt x="4001" y="3012"/>
                  </a:lnTo>
                  <a:lnTo>
                    <a:pt x="3311" y="3012"/>
                  </a:lnTo>
                  <a:lnTo>
                    <a:pt x="2965" y="2000"/>
                  </a:lnTo>
                  <a:close/>
                  <a:moveTo>
                    <a:pt x="10014" y="3334"/>
                  </a:moveTo>
                  <a:lnTo>
                    <a:pt x="9847" y="4048"/>
                  </a:lnTo>
                  <a:lnTo>
                    <a:pt x="9847" y="3334"/>
                  </a:lnTo>
                  <a:close/>
                  <a:moveTo>
                    <a:pt x="4013" y="3334"/>
                  </a:moveTo>
                  <a:lnTo>
                    <a:pt x="4013" y="4370"/>
                  </a:lnTo>
                  <a:lnTo>
                    <a:pt x="3823" y="4370"/>
                  </a:lnTo>
                  <a:lnTo>
                    <a:pt x="3454" y="3334"/>
                  </a:lnTo>
                  <a:close/>
                  <a:moveTo>
                    <a:pt x="5371" y="3334"/>
                  </a:moveTo>
                  <a:lnTo>
                    <a:pt x="5371" y="4370"/>
                  </a:lnTo>
                  <a:lnTo>
                    <a:pt x="4347" y="4370"/>
                  </a:lnTo>
                  <a:lnTo>
                    <a:pt x="4347" y="3334"/>
                  </a:lnTo>
                  <a:close/>
                  <a:moveTo>
                    <a:pt x="6752" y="3334"/>
                  </a:moveTo>
                  <a:lnTo>
                    <a:pt x="6752" y="4370"/>
                  </a:lnTo>
                  <a:lnTo>
                    <a:pt x="5728" y="4370"/>
                  </a:lnTo>
                  <a:lnTo>
                    <a:pt x="5728" y="3334"/>
                  </a:lnTo>
                  <a:close/>
                  <a:moveTo>
                    <a:pt x="8121" y="3358"/>
                  </a:moveTo>
                  <a:lnTo>
                    <a:pt x="8121" y="4382"/>
                  </a:lnTo>
                  <a:lnTo>
                    <a:pt x="7097" y="4382"/>
                  </a:lnTo>
                  <a:lnTo>
                    <a:pt x="7097" y="3358"/>
                  </a:lnTo>
                  <a:close/>
                  <a:moveTo>
                    <a:pt x="9514" y="3358"/>
                  </a:moveTo>
                  <a:lnTo>
                    <a:pt x="9514" y="4382"/>
                  </a:lnTo>
                  <a:lnTo>
                    <a:pt x="8478" y="4382"/>
                  </a:lnTo>
                  <a:lnTo>
                    <a:pt x="8478" y="3358"/>
                  </a:lnTo>
                  <a:close/>
                  <a:moveTo>
                    <a:pt x="4001" y="4727"/>
                  </a:moveTo>
                  <a:lnTo>
                    <a:pt x="4001" y="4941"/>
                  </a:lnTo>
                  <a:lnTo>
                    <a:pt x="3930" y="4727"/>
                  </a:lnTo>
                  <a:close/>
                  <a:moveTo>
                    <a:pt x="5371" y="4715"/>
                  </a:moveTo>
                  <a:lnTo>
                    <a:pt x="5371" y="5525"/>
                  </a:lnTo>
                  <a:cubicBezTo>
                    <a:pt x="5297" y="5521"/>
                    <a:pt x="5230" y="5520"/>
                    <a:pt x="5167" y="5520"/>
                  </a:cubicBezTo>
                  <a:cubicBezTo>
                    <a:pt x="5049" y="5520"/>
                    <a:pt x="4947" y="5524"/>
                    <a:pt x="4854" y="5524"/>
                  </a:cubicBezTo>
                  <a:cubicBezTo>
                    <a:pt x="4666" y="5524"/>
                    <a:pt x="4516" y="5507"/>
                    <a:pt x="4347" y="5406"/>
                  </a:cubicBezTo>
                  <a:lnTo>
                    <a:pt x="4347" y="4715"/>
                  </a:lnTo>
                  <a:close/>
                  <a:moveTo>
                    <a:pt x="6752" y="4727"/>
                  </a:moveTo>
                  <a:lnTo>
                    <a:pt x="6752" y="5525"/>
                  </a:lnTo>
                  <a:lnTo>
                    <a:pt x="5728" y="5525"/>
                  </a:lnTo>
                  <a:lnTo>
                    <a:pt x="5728" y="4727"/>
                  </a:lnTo>
                  <a:close/>
                  <a:moveTo>
                    <a:pt x="8121" y="4727"/>
                  </a:moveTo>
                  <a:lnTo>
                    <a:pt x="8121" y="5525"/>
                  </a:lnTo>
                  <a:lnTo>
                    <a:pt x="7097" y="5525"/>
                  </a:lnTo>
                  <a:lnTo>
                    <a:pt x="7097" y="4727"/>
                  </a:lnTo>
                  <a:close/>
                  <a:moveTo>
                    <a:pt x="9490" y="4727"/>
                  </a:moveTo>
                  <a:lnTo>
                    <a:pt x="9490" y="5525"/>
                  </a:lnTo>
                  <a:lnTo>
                    <a:pt x="8466" y="5525"/>
                  </a:lnTo>
                  <a:lnTo>
                    <a:pt x="8466" y="4727"/>
                  </a:lnTo>
                  <a:close/>
                  <a:moveTo>
                    <a:pt x="4537" y="8680"/>
                  </a:moveTo>
                  <a:cubicBezTo>
                    <a:pt x="5025" y="8680"/>
                    <a:pt x="5418" y="9085"/>
                    <a:pt x="5418" y="9561"/>
                  </a:cubicBezTo>
                  <a:cubicBezTo>
                    <a:pt x="5418" y="10037"/>
                    <a:pt x="5025" y="10442"/>
                    <a:pt x="4537" y="10442"/>
                  </a:cubicBezTo>
                  <a:cubicBezTo>
                    <a:pt x="4049" y="10442"/>
                    <a:pt x="3656" y="10049"/>
                    <a:pt x="3656" y="9561"/>
                  </a:cubicBezTo>
                  <a:cubicBezTo>
                    <a:pt x="3656" y="9085"/>
                    <a:pt x="4049" y="8680"/>
                    <a:pt x="4537" y="8680"/>
                  </a:cubicBezTo>
                  <a:close/>
                  <a:moveTo>
                    <a:pt x="8692" y="8680"/>
                  </a:moveTo>
                  <a:cubicBezTo>
                    <a:pt x="9181" y="8680"/>
                    <a:pt x="9573" y="9085"/>
                    <a:pt x="9573" y="9561"/>
                  </a:cubicBezTo>
                  <a:cubicBezTo>
                    <a:pt x="9573" y="10037"/>
                    <a:pt x="9181" y="10442"/>
                    <a:pt x="8692" y="10442"/>
                  </a:cubicBezTo>
                  <a:cubicBezTo>
                    <a:pt x="8204" y="10442"/>
                    <a:pt x="7811" y="10049"/>
                    <a:pt x="7811" y="9561"/>
                  </a:cubicBezTo>
                  <a:cubicBezTo>
                    <a:pt x="7811" y="9085"/>
                    <a:pt x="8204" y="8680"/>
                    <a:pt x="8692" y="8680"/>
                  </a:cubicBezTo>
                  <a:close/>
                  <a:moveTo>
                    <a:pt x="620" y="0"/>
                  </a:moveTo>
                  <a:cubicBezTo>
                    <a:pt x="287" y="0"/>
                    <a:pt x="1" y="286"/>
                    <a:pt x="1" y="631"/>
                  </a:cubicBezTo>
                  <a:cubicBezTo>
                    <a:pt x="1" y="976"/>
                    <a:pt x="287" y="1250"/>
                    <a:pt x="620" y="1250"/>
                  </a:cubicBezTo>
                  <a:lnTo>
                    <a:pt x="1394" y="1250"/>
                  </a:lnTo>
                  <a:lnTo>
                    <a:pt x="2346" y="3965"/>
                  </a:lnTo>
                  <a:cubicBezTo>
                    <a:pt x="2374" y="4029"/>
                    <a:pt x="2444" y="4072"/>
                    <a:pt x="2513" y="4072"/>
                  </a:cubicBezTo>
                  <a:cubicBezTo>
                    <a:pt x="2533" y="4072"/>
                    <a:pt x="2553" y="4068"/>
                    <a:pt x="2573" y="4060"/>
                  </a:cubicBezTo>
                  <a:cubicBezTo>
                    <a:pt x="2668" y="4036"/>
                    <a:pt x="2704" y="3929"/>
                    <a:pt x="2680" y="3846"/>
                  </a:cubicBezTo>
                  <a:cubicBezTo>
                    <a:pt x="1739" y="1191"/>
                    <a:pt x="1692" y="1072"/>
                    <a:pt x="1692" y="1072"/>
                  </a:cubicBezTo>
                  <a:cubicBezTo>
                    <a:pt x="1656" y="965"/>
                    <a:pt x="1561" y="905"/>
                    <a:pt x="1441" y="905"/>
                  </a:cubicBezTo>
                  <a:lnTo>
                    <a:pt x="620" y="905"/>
                  </a:lnTo>
                  <a:cubicBezTo>
                    <a:pt x="465" y="905"/>
                    <a:pt x="346" y="774"/>
                    <a:pt x="346" y="631"/>
                  </a:cubicBezTo>
                  <a:cubicBezTo>
                    <a:pt x="346" y="464"/>
                    <a:pt x="477" y="345"/>
                    <a:pt x="620" y="345"/>
                  </a:cubicBezTo>
                  <a:lnTo>
                    <a:pt x="1441" y="345"/>
                  </a:lnTo>
                  <a:cubicBezTo>
                    <a:pt x="1787" y="345"/>
                    <a:pt x="2084" y="536"/>
                    <a:pt x="2215" y="845"/>
                  </a:cubicBezTo>
                  <a:cubicBezTo>
                    <a:pt x="2418" y="1429"/>
                    <a:pt x="3585" y="4703"/>
                    <a:pt x="3751" y="5191"/>
                  </a:cubicBezTo>
                  <a:cubicBezTo>
                    <a:pt x="3870" y="5548"/>
                    <a:pt x="4287" y="5882"/>
                    <a:pt x="4775" y="5882"/>
                  </a:cubicBezTo>
                  <a:lnTo>
                    <a:pt x="10978" y="5882"/>
                  </a:lnTo>
                  <a:cubicBezTo>
                    <a:pt x="11145" y="5882"/>
                    <a:pt x="11264" y="6013"/>
                    <a:pt x="11264" y="6168"/>
                  </a:cubicBezTo>
                  <a:cubicBezTo>
                    <a:pt x="11264" y="6322"/>
                    <a:pt x="11133" y="6441"/>
                    <a:pt x="10978" y="6441"/>
                  </a:cubicBezTo>
                  <a:lnTo>
                    <a:pt x="4775" y="6441"/>
                  </a:lnTo>
                  <a:cubicBezTo>
                    <a:pt x="4108" y="6441"/>
                    <a:pt x="3489" y="6049"/>
                    <a:pt x="3227" y="5417"/>
                  </a:cubicBezTo>
                  <a:lnTo>
                    <a:pt x="2882" y="4453"/>
                  </a:lnTo>
                  <a:cubicBezTo>
                    <a:pt x="2863" y="4377"/>
                    <a:pt x="2791" y="4339"/>
                    <a:pt x="2720" y="4339"/>
                  </a:cubicBezTo>
                  <a:cubicBezTo>
                    <a:pt x="2702" y="4339"/>
                    <a:pt x="2684" y="4341"/>
                    <a:pt x="2668" y="4346"/>
                  </a:cubicBezTo>
                  <a:cubicBezTo>
                    <a:pt x="2573" y="4382"/>
                    <a:pt x="2525" y="4477"/>
                    <a:pt x="2561" y="4572"/>
                  </a:cubicBezTo>
                  <a:cubicBezTo>
                    <a:pt x="2846" y="5275"/>
                    <a:pt x="2846" y="5596"/>
                    <a:pt x="3180" y="6013"/>
                  </a:cubicBezTo>
                  <a:lnTo>
                    <a:pt x="2799" y="6560"/>
                  </a:lnTo>
                  <a:cubicBezTo>
                    <a:pt x="2215" y="7394"/>
                    <a:pt x="2715" y="8549"/>
                    <a:pt x="3716" y="8680"/>
                  </a:cubicBezTo>
                  <a:cubicBezTo>
                    <a:pt x="2918" y="9418"/>
                    <a:pt x="3442" y="10787"/>
                    <a:pt x="4549" y="10787"/>
                  </a:cubicBezTo>
                  <a:cubicBezTo>
                    <a:pt x="5656" y="10787"/>
                    <a:pt x="6168" y="9454"/>
                    <a:pt x="5394" y="8692"/>
                  </a:cubicBezTo>
                  <a:lnTo>
                    <a:pt x="7871" y="8692"/>
                  </a:lnTo>
                  <a:cubicBezTo>
                    <a:pt x="7085" y="9454"/>
                    <a:pt x="7621" y="10787"/>
                    <a:pt x="8716" y="10787"/>
                  </a:cubicBezTo>
                  <a:cubicBezTo>
                    <a:pt x="9823" y="10787"/>
                    <a:pt x="10335" y="9454"/>
                    <a:pt x="9562" y="8692"/>
                  </a:cubicBezTo>
                  <a:lnTo>
                    <a:pt x="9788" y="8692"/>
                  </a:lnTo>
                  <a:cubicBezTo>
                    <a:pt x="10133" y="8692"/>
                    <a:pt x="10419" y="8406"/>
                    <a:pt x="10419" y="8073"/>
                  </a:cubicBezTo>
                  <a:cubicBezTo>
                    <a:pt x="10419" y="7727"/>
                    <a:pt x="10133" y="7442"/>
                    <a:pt x="9788" y="7442"/>
                  </a:cubicBezTo>
                  <a:lnTo>
                    <a:pt x="8228" y="7442"/>
                  </a:lnTo>
                  <a:cubicBezTo>
                    <a:pt x="8133" y="7442"/>
                    <a:pt x="8061" y="7513"/>
                    <a:pt x="8061" y="7608"/>
                  </a:cubicBezTo>
                  <a:cubicBezTo>
                    <a:pt x="8061" y="7692"/>
                    <a:pt x="8133" y="7775"/>
                    <a:pt x="8228" y="7775"/>
                  </a:cubicBezTo>
                  <a:lnTo>
                    <a:pt x="9788" y="7775"/>
                  </a:lnTo>
                  <a:cubicBezTo>
                    <a:pt x="9954" y="7775"/>
                    <a:pt x="10074" y="7906"/>
                    <a:pt x="10074" y="8049"/>
                  </a:cubicBezTo>
                  <a:cubicBezTo>
                    <a:pt x="10074" y="8215"/>
                    <a:pt x="9943" y="8335"/>
                    <a:pt x="9788" y="8335"/>
                  </a:cubicBezTo>
                  <a:lnTo>
                    <a:pt x="3930" y="8335"/>
                  </a:lnTo>
                  <a:cubicBezTo>
                    <a:pt x="3108" y="8335"/>
                    <a:pt x="2620" y="7418"/>
                    <a:pt x="3096" y="6739"/>
                  </a:cubicBezTo>
                  <a:lnTo>
                    <a:pt x="3442" y="6251"/>
                  </a:lnTo>
                  <a:cubicBezTo>
                    <a:pt x="3573" y="6382"/>
                    <a:pt x="3739" y="6489"/>
                    <a:pt x="3906" y="6560"/>
                  </a:cubicBezTo>
                  <a:lnTo>
                    <a:pt x="3573" y="7072"/>
                  </a:lnTo>
                  <a:cubicBezTo>
                    <a:pt x="3358" y="7370"/>
                    <a:pt x="3573" y="7775"/>
                    <a:pt x="3942" y="7775"/>
                  </a:cubicBezTo>
                  <a:lnTo>
                    <a:pt x="7609" y="7775"/>
                  </a:lnTo>
                  <a:cubicBezTo>
                    <a:pt x="7692" y="7775"/>
                    <a:pt x="7764" y="7692"/>
                    <a:pt x="7764" y="7608"/>
                  </a:cubicBezTo>
                  <a:cubicBezTo>
                    <a:pt x="7764" y="7513"/>
                    <a:pt x="7692" y="7442"/>
                    <a:pt x="7609" y="7442"/>
                  </a:cubicBezTo>
                  <a:lnTo>
                    <a:pt x="3942" y="7442"/>
                  </a:lnTo>
                  <a:cubicBezTo>
                    <a:pt x="3847" y="7442"/>
                    <a:pt x="3811" y="7334"/>
                    <a:pt x="3847" y="7263"/>
                  </a:cubicBezTo>
                  <a:lnTo>
                    <a:pt x="4251" y="6703"/>
                  </a:lnTo>
                  <a:cubicBezTo>
                    <a:pt x="4465" y="6762"/>
                    <a:pt x="4535" y="6775"/>
                    <a:pt x="5134" y="6775"/>
                  </a:cubicBezTo>
                  <a:cubicBezTo>
                    <a:pt x="5630" y="6775"/>
                    <a:pt x="6490" y="6766"/>
                    <a:pt x="8097" y="6766"/>
                  </a:cubicBezTo>
                  <a:cubicBezTo>
                    <a:pt x="8881" y="6766"/>
                    <a:pt x="9842" y="6768"/>
                    <a:pt x="11026" y="6775"/>
                  </a:cubicBezTo>
                  <a:cubicBezTo>
                    <a:pt x="11371" y="6775"/>
                    <a:pt x="11645" y="6489"/>
                    <a:pt x="11645" y="6144"/>
                  </a:cubicBezTo>
                  <a:cubicBezTo>
                    <a:pt x="11598" y="5810"/>
                    <a:pt x="11312" y="5525"/>
                    <a:pt x="10966" y="5525"/>
                  </a:cubicBezTo>
                  <a:lnTo>
                    <a:pt x="10788" y="5525"/>
                  </a:lnTo>
                  <a:lnTo>
                    <a:pt x="11598" y="2048"/>
                  </a:lnTo>
                  <a:cubicBezTo>
                    <a:pt x="11740" y="1393"/>
                    <a:pt x="11252" y="762"/>
                    <a:pt x="10562" y="762"/>
                  </a:cubicBezTo>
                  <a:lnTo>
                    <a:pt x="7252" y="762"/>
                  </a:lnTo>
                  <a:cubicBezTo>
                    <a:pt x="7156" y="762"/>
                    <a:pt x="7085" y="834"/>
                    <a:pt x="7085" y="929"/>
                  </a:cubicBezTo>
                  <a:cubicBezTo>
                    <a:pt x="7085" y="1012"/>
                    <a:pt x="7156" y="1096"/>
                    <a:pt x="7252" y="1096"/>
                  </a:cubicBezTo>
                  <a:lnTo>
                    <a:pt x="10562" y="1096"/>
                  </a:lnTo>
                  <a:cubicBezTo>
                    <a:pt x="11026" y="1096"/>
                    <a:pt x="11359" y="1524"/>
                    <a:pt x="11252" y="1953"/>
                  </a:cubicBezTo>
                  <a:lnTo>
                    <a:pt x="10431" y="5525"/>
                  </a:lnTo>
                  <a:lnTo>
                    <a:pt x="9847" y="5525"/>
                  </a:lnTo>
                  <a:cubicBezTo>
                    <a:pt x="9943" y="5144"/>
                    <a:pt x="10585" y="2369"/>
                    <a:pt x="10705" y="1869"/>
                  </a:cubicBezTo>
                  <a:cubicBezTo>
                    <a:pt x="10728" y="1762"/>
                    <a:pt x="10645" y="1655"/>
                    <a:pt x="10538" y="1655"/>
                  </a:cubicBezTo>
                  <a:lnTo>
                    <a:pt x="2858" y="1655"/>
                  </a:lnTo>
                  <a:lnTo>
                    <a:pt x="2668" y="1096"/>
                  </a:lnTo>
                  <a:lnTo>
                    <a:pt x="6621" y="1096"/>
                  </a:lnTo>
                  <a:cubicBezTo>
                    <a:pt x="6716" y="1096"/>
                    <a:pt x="6787" y="1012"/>
                    <a:pt x="6787" y="929"/>
                  </a:cubicBezTo>
                  <a:cubicBezTo>
                    <a:pt x="6787" y="834"/>
                    <a:pt x="6716" y="762"/>
                    <a:pt x="6621" y="762"/>
                  </a:cubicBezTo>
                  <a:lnTo>
                    <a:pt x="2549" y="762"/>
                  </a:lnTo>
                  <a:cubicBezTo>
                    <a:pt x="2394" y="334"/>
                    <a:pt x="1965" y="0"/>
                    <a:pt x="144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6" name="Google Shape;9604;p74"/>
          <p:cNvGrpSpPr/>
          <p:nvPr/>
        </p:nvGrpSpPr>
        <p:grpSpPr>
          <a:xfrm>
            <a:off x="5250524" y="1214934"/>
            <a:ext cx="242434" cy="418820"/>
            <a:chOff x="2656082" y="2287427"/>
            <a:chExt cx="207582" cy="359594"/>
          </a:xfrm>
        </p:grpSpPr>
        <p:sp>
          <p:nvSpPr>
            <p:cNvPr id="27" name="Google Shape;9605;p74"/>
            <p:cNvSpPr/>
            <p:nvPr/>
          </p:nvSpPr>
          <p:spPr>
            <a:xfrm>
              <a:off x="2656082" y="2287427"/>
              <a:ext cx="207582" cy="359594"/>
            </a:xfrm>
            <a:custGeom>
              <a:avLst/>
              <a:gdLst/>
              <a:ahLst/>
              <a:cxnLst/>
              <a:rect l="l" t="t" r="r" b="b"/>
              <a:pathLst>
                <a:path w="6537" h="11324" extrusionOk="0">
                  <a:moveTo>
                    <a:pt x="5704" y="334"/>
                  </a:moveTo>
                  <a:cubicBezTo>
                    <a:pt x="5965" y="334"/>
                    <a:pt x="6192" y="561"/>
                    <a:pt x="6192" y="834"/>
                  </a:cubicBezTo>
                  <a:lnTo>
                    <a:pt x="6192" y="1323"/>
                  </a:lnTo>
                  <a:lnTo>
                    <a:pt x="346" y="1323"/>
                  </a:lnTo>
                  <a:lnTo>
                    <a:pt x="346" y="834"/>
                  </a:lnTo>
                  <a:cubicBezTo>
                    <a:pt x="346" y="561"/>
                    <a:pt x="560" y="334"/>
                    <a:pt x="834" y="334"/>
                  </a:cubicBezTo>
                  <a:close/>
                  <a:moveTo>
                    <a:pt x="6192" y="1644"/>
                  </a:moveTo>
                  <a:lnTo>
                    <a:pt x="6192" y="8990"/>
                  </a:lnTo>
                  <a:lnTo>
                    <a:pt x="1501" y="8990"/>
                  </a:lnTo>
                  <a:cubicBezTo>
                    <a:pt x="1405" y="8990"/>
                    <a:pt x="1334" y="9062"/>
                    <a:pt x="1334" y="9145"/>
                  </a:cubicBezTo>
                  <a:cubicBezTo>
                    <a:pt x="1334" y="9240"/>
                    <a:pt x="1405" y="9312"/>
                    <a:pt x="1501" y="9312"/>
                  </a:cubicBezTo>
                  <a:lnTo>
                    <a:pt x="6192" y="9312"/>
                  </a:lnTo>
                  <a:lnTo>
                    <a:pt x="6192" y="10478"/>
                  </a:lnTo>
                  <a:cubicBezTo>
                    <a:pt x="6192" y="10740"/>
                    <a:pt x="5965" y="10967"/>
                    <a:pt x="5704" y="10967"/>
                  </a:cubicBezTo>
                  <a:lnTo>
                    <a:pt x="834" y="10967"/>
                  </a:lnTo>
                  <a:cubicBezTo>
                    <a:pt x="560" y="10967"/>
                    <a:pt x="346" y="10740"/>
                    <a:pt x="346" y="10478"/>
                  </a:cubicBezTo>
                  <a:lnTo>
                    <a:pt x="346" y="9312"/>
                  </a:lnTo>
                  <a:lnTo>
                    <a:pt x="834" y="9312"/>
                  </a:lnTo>
                  <a:cubicBezTo>
                    <a:pt x="917" y="9312"/>
                    <a:pt x="1001" y="9240"/>
                    <a:pt x="1001" y="9145"/>
                  </a:cubicBezTo>
                  <a:cubicBezTo>
                    <a:pt x="1001" y="9062"/>
                    <a:pt x="917" y="8990"/>
                    <a:pt x="834" y="8990"/>
                  </a:cubicBezTo>
                  <a:lnTo>
                    <a:pt x="346" y="8990"/>
                  </a:lnTo>
                  <a:lnTo>
                    <a:pt x="346" y="1644"/>
                  </a:lnTo>
                  <a:close/>
                  <a:moveTo>
                    <a:pt x="834" y="1"/>
                  </a:moveTo>
                  <a:cubicBezTo>
                    <a:pt x="370" y="1"/>
                    <a:pt x="0" y="370"/>
                    <a:pt x="0" y="834"/>
                  </a:cubicBezTo>
                  <a:lnTo>
                    <a:pt x="0" y="10490"/>
                  </a:lnTo>
                  <a:cubicBezTo>
                    <a:pt x="0" y="10955"/>
                    <a:pt x="370" y="11324"/>
                    <a:pt x="834" y="11324"/>
                  </a:cubicBezTo>
                  <a:lnTo>
                    <a:pt x="5704" y="11324"/>
                  </a:lnTo>
                  <a:cubicBezTo>
                    <a:pt x="6156" y="11324"/>
                    <a:pt x="6537" y="10955"/>
                    <a:pt x="6537" y="10490"/>
                  </a:cubicBezTo>
                  <a:lnTo>
                    <a:pt x="6537" y="834"/>
                  </a:lnTo>
                  <a:cubicBezTo>
                    <a:pt x="6513" y="370"/>
                    <a:pt x="6144" y="1"/>
                    <a:pt x="570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8" name="Google Shape;9606;p74"/>
            <p:cNvSpPr/>
            <p:nvPr/>
          </p:nvSpPr>
          <p:spPr>
            <a:xfrm>
              <a:off x="2754395" y="2308608"/>
              <a:ext cx="31787" cy="10257"/>
            </a:xfrm>
            <a:custGeom>
              <a:avLst/>
              <a:gdLst/>
              <a:ahLst/>
              <a:cxnLst/>
              <a:rect l="l" t="t" r="r" b="b"/>
              <a:pathLst>
                <a:path w="1001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834" y="322"/>
                  </a:lnTo>
                  <a:cubicBezTo>
                    <a:pt x="917" y="322"/>
                    <a:pt x="1000" y="251"/>
                    <a:pt x="1000" y="167"/>
                  </a:cubicBezTo>
                  <a:cubicBezTo>
                    <a:pt x="1000" y="72"/>
                    <a:pt x="917" y="1"/>
                    <a:pt x="83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9" name="Google Shape;9607;p74"/>
            <p:cNvSpPr/>
            <p:nvPr/>
          </p:nvSpPr>
          <p:spPr>
            <a:xfrm>
              <a:off x="2743789" y="2594053"/>
              <a:ext cx="31406" cy="31056"/>
            </a:xfrm>
            <a:custGeom>
              <a:avLst/>
              <a:gdLst/>
              <a:ahLst/>
              <a:cxnLst/>
              <a:rect l="l" t="t" r="r" b="b"/>
              <a:pathLst>
                <a:path w="989" h="978" extrusionOk="0">
                  <a:moveTo>
                    <a:pt x="501" y="322"/>
                  </a:moveTo>
                  <a:cubicBezTo>
                    <a:pt x="584" y="322"/>
                    <a:pt x="656" y="406"/>
                    <a:pt x="656" y="489"/>
                  </a:cubicBezTo>
                  <a:cubicBezTo>
                    <a:pt x="656" y="584"/>
                    <a:pt x="584" y="656"/>
                    <a:pt x="501" y="656"/>
                  </a:cubicBezTo>
                  <a:cubicBezTo>
                    <a:pt x="406" y="656"/>
                    <a:pt x="334" y="584"/>
                    <a:pt x="334" y="489"/>
                  </a:cubicBezTo>
                  <a:cubicBezTo>
                    <a:pt x="334" y="406"/>
                    <a:pt x="406" y="322"/>
                    <a:pt x="501" y="322"/>
                  </a:cubicBezTo>
                  <a:close/>
                  <a:moveTo>
                    <a:pt x="501" y="1"/>
                  </a:moveTo>
                  <a:cubicBezTo>
                    <a:pt x="227" y="1"/>
                    <a:pt x="1" y="227"/>
                    <a:pt x="1" y="489"/>
                  </a:cubicBezTo>
                  <a:cubicBezTo>
                    <a:pt x="1" y="763"/>
                    <a:pt x="227" y="977"/>
                    <a:pt x="501" y="977"/>
                  </a:cubicBezTo>
                  <a:cubicBezTo>
                    <a:pt x="763" y="977"/>
                    <a:pt x="989" y="763"/>
                    <a:pt x="989" y="489"/>
                  </a:cubicBezTo>
                  <a:cubicBezTo>
                    <a:pt x="989" y="227"/>
                    <a:pt x="775" y="1"/>
                    <a:pt x="50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0" name="Google Shape;9608;p74"/>
            <p:cNvSpPr/>
            <p:nvPr/>
          </p:nvSpPr>
          <p:spPr>
            <a:xfrm>
              <a:off x="2733596" y="2308608"/>
              <a:ext cx="10225" cy="10257"/>
            </a:xfrm>
            <a:custGeom>
              <a:avLst/>
              <a:gdLst/>
              <a:ahLst/>
              <a:cxnLst/>
              <a:rect l="l" t="t" r="r" b="b"/>
              <a:pathLst>
                <a:path w="322" h="323" extrusionOk="0">
                  <a:moveTo>
                    <a:pt x="155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55" y="322"/>
                  </a:cubicBezTo>
                  <a:cubicBezTo>
                    <a:pt x="250" y="322"/>
                    <a:pt x="322" y="251"/>
                    <a:pt x="322" y="167"/>
                  </a:cubicBezTo>
                  <a:cubicBezTo>
                    <a:pt x="322" y="72"/>
                    <a:pt x="250" y="1"/>
                    <a:pt x="15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4" name="Google Shape;10233;p75"/>
          <p:cNvGrpSpPr/>
          <p:nvPr/>
        </p:nvGrpSpPr>
        <p:grpSpPr>
          <a:xfrm>
            <a:off x="5204588" y="1994261"/>
            <a:ext cx="320143" cy="392581"/>
            <a:chOff x="3086313" y="2877049"/>
            <a:chExt cx="320143" cy="392581"/>
          </a:xfrm>
        </p:grpSpPr>
        <p:sp>
          <p:nvSpPr>
            <p:cNvPr id="45" name="Google Shape;10234;p75"/>
            <p:cNvSpPr/>
            <p:nvPr/>
          </p:nvSpPr>
          <p:spPr>
            <a:xfrm>
              <a:off x="3125749" y="2915371"/>
              <a:ext cx="240505" cy="354259"/>
            </a:xfrm>
            <a:custGeom>
              <a:avLst/>
              <a:gdLst/>
              <a:ahLst/>
              <a:cxnLst/>
              <a:rect l="l" t="t" r="r" b="b"/>
              <a:pathLst>
                <a:path w="7550" h="11121" extrusionOk="0">
                  <a:moveTo>
                    <a:pt x="3775" y="2929"/>
                  </a:moveTo>
                  <a:lnTo>
                    <a:pt x="3918" y="3120"/>
                  </a:lnTo>
                  <a:cubicBezTo>
                    <a:pt x="3871" y="3144"/>
                    <a:pt x="3823" y="3144"/>
                    <a:pt x="3775" y="3144"/>
                  </a:cubicBezTo>
                  <a:cubicBezTo>
                    <a:pt x="3740" y="3132"/>
                    <a:pt x="3692" y="3120"/>
                    <a:pt x="3644" y="3120"/>
                  </a:cubicBezTo>
                  <a:lnTo>
                    <a:pt x="3775" y="2929"/>
                  </a:lnTo>
                  <a:close/>
                  <a:moveTo>
                    <a:pt x="4168" y="3501"/>
                  </a:moveTo>
                  <a:lnTo>
                    <a:pt x="4299" y="3703"/>
                  </a:lnTo>
                  <a:cubicBezTo>
                    <a:pt x="4126" y="3751"/>
                    <a:pt x="3948" y="3775"/>
                    <a:pt x="3769" y="3775"/>
                  </a:cubicBezTo>
                  <a:cubicBezTo>
                    <a:pt x="3591" y="3775"/>
                    <a:pt x="3412" y="3751"/>
                    <a:pt x="3239" y="3703"/>
                  </a:cubicBezTo>
                  <a:lnTo>
                    <a:pt x="3382" y="3501"/>
                  </a:lnTo>
                  <a:cubicBezTo>
                    <a:pt x="3513" y="3560"/>
                    <a:pt x="3644" y="3572"/>
                    <a:pt x="3775" y="3572"/>
                  </a:cubicBezTo>
                  <a:cubicBezTo>
                    <a:pt x="3918" y="3572"/>
                    <a:pt x="4049" y="3537"/>
                    <a:pt x="4168" y="3501"/>
                  </a:cubicBezTo>
                  <a:close/>
                  <a:moveTo>
                    <a:pt x="3120" y="4132"/>
                  </a:moveTo>
                  <a:cubicBezTo>
                    <a:pt x="3275" y="4180"/>
                    <a:pt x="3418" y="4191"/>
                    <a:pt x="3561" y="4215"/>
                  </a:cubicBezTo>
                  <a:lnTo>
                    <a:pt x="3561" y="8109"/>
                  </a:lnTo>
                  <a:lnTo>
                    <a:pt x="3120" y="8109"/>
                  </a:lnTo>
                  <a:lnTo>
                    <a:pt x="3120" y="4132"/>
                  </a:lnTo>
                  <a:close/>
                  <a:moveTo>
                    <a:pt x="4430" y="4132"/>
                  </a:moveTo>
                  <a:lnTo>
                    <a:pt x="4430" y="8109"/>
                  </a:lnTo>
                  <a:lnTo>
                    <a:pt x="4001" y="8109"/>
                  </a:lnTo>
                  <a:lnTo>
                    <a:pt x="4001" y="4215"/>
                  </a:lnTo>
                  <a:cubicBezTo>
                    <a:pt x="4156" y="4191"/>
                    <a:pt x="4287" y="4180"/>
                    <a:pt x="4430" y="4132"/>
                  </a:cubicBezTo>
                  <a:close/>
                  <a:moveTo>
                    <a:pt x="3799" y="441"/>
                  </a:moveTo>
                  <a:cubicBezTo>
                    <a:pt x="4668" y="441"/>
                    <a:pt x="5490" y="786"/>
                    <a:pt x="6121" y="1394"/>
                  </a:cubicBezTo>
                  <a:cubicBezTo>
                    <a:pt x="6752" y="2025"/>
                    <a:pt x="7097" y="2858"/>
                    <a:pt x="7097" y="3751"/>
                  </a:cubicBezTo>
                  <a:cubicBezTo>
                    <a:pt x="7097" y="4620"/>
                    <a:pt x="6752" y="5442"/>
                    <a:pt x="6157" y="6073"/>
                  </a:cubicBezTo>
                  <a:cubicBezTo>
                    <a:pt x="5609" y="6632"/>
                    <a:pt x="5299" y="7347"/>
                    <a:pt x="5240" y="8109"/>
                  </a:cubicBezTo>
                  <a:lnTo>
                    <a:pt x="4883" y="8109"/>
                  </a:lnTo>
                  <a:lnTo>
                    <a:pt x="4883" y="3822"/>
                  </a:lnTo>
                  <a:cubicBezTo>
                    <a:pt x="4883" y="3775"/>
                    <a:pt x="4871" y="3739"/>
                    <a:pt x="4835" y="3703"/>
                  </a:cubicBezTo>
                  <a:lnTo>
                    <a:pt x="3978" y="2406"/>
                  </a:lnTo>
                  <a:cubicBezTo>
                    <a:pt x="3930" y="2346"/>
                    <a:pt x="3871" y="2310"/>
                    <a:pt x="3799" y="2310"/>
                  </a:cubicBezTo>
                  <a:cubicBezTo>
                    <a:pt x="3716" y="2310"/>
                    <a:pt x="3644" y="2334"/>
                    <a:pt x="3620" y="2406"/>
                  </a:cubicBezTo>
                  <a:lnTo>
                    <a:pt x="2751" y="3703"/>
                  </a:lnTo>
                  <a:cubicBezTo>
                    <a:pt x="2728" y="3739"/>
                    <a:pt x="2704" y="3775"/>
                    <a:pt x="2704" y="3822"/>
                  </a:cubicBezTo>
                  <a:lnTo>
                    <a:pt x="2704" y="8109"/>
                  </a:lnTo>
                  <a:lnTo>
                    <a:pt x="2347" y="8109"/>
                  </a:lnTo>
                  <a:cubicBezTo>
                    <a:pt x="2287" y="7347"/>
                    <a:pt x="1977" y="6632"/>
                    <a:pt x="1430" y="6073"/>
                  </a:cubicBezTo>
                  <a:cubicBezTo>
                    <a:pt x="834" y="5465"/>
                    <a:pt x="501" y="4656"/>
                    <a:pt x="489" y="3810"/>
                  </a:cubicBezTo>
                  <a:cubicBezTo>
                    <a:pt x="477" y="2929"/>
                    <a:pt x="823" y="2096"/>
                    <a:pt x="1430" y="1453"/>
                  </a:cubicBezTo>
                  <a:cubicBezTo>
                    <a:pt x="2049" y="822"/>
                    <a:pt x="2870" y="453"/>
                    <a:pt x="3751" y="441"/>
                  </a:cubicBezTo>
                  <a:close/>
                  <a:moveTo>
                    <a:pt x="5228" y="8561"/>
                  </a:moveTo>
                  <a:lnTo>
                    <a:pt x="5228" y="8835"/>
                  </a:lnTo>
                  <a:lnTo>
                    <a:pt x="5228" y="8883"/>
                  </a:lnTo>
                  <a:lnTo>
                    <a:pt x="2335" y="8883"/>
                  </a:lnTo>
                  <a:lnTo>
                    <a:pt x="2335" y="8835"/>
                  </a:lnTo>
                  <a:lnTo>
                    <a:pt x="2335" y="8561"/>
                  </a:lnTo>
                  <a:close/>
                  <a:moveTo>
                    <a:pt x="5121" y="9311"/>
                  </a:moveTo>
                  <a:cubicBezTo>
                    <a:pt x="4942" y="9752"/>
                    <a:pt x="4525" y="10026"/>
                    <a:pt x="4037" y="10026"/>
                  </a:cubicBezTo>
                  <a:lnTo>
                    <a:pt x="3525" y="10026"/>
                  </a:lnTo>
                  <a:cubicBezTo>
                    <a:pt x="3037" y="10026"/>
                    <a:pt x="2620" y="9728"/>
                    <a:pt x="2442" y="9311"/>
                  </a:cubicBezTo>
                  <a:close/>
                  <a:moveTo>
                    <a:pt x="4049" y="10478"/>
                  </a:moveTo>
                  <a:cubicBezTo>
                    <a:pt x="4061" y="10478"/>
                    <a:pt x="4109" y="10478"/>
                    <a:pt x="4132" y="10490"/>
                  </a:cubicBezTo>
                  <a:cubicBezTo>
                    <a:pt x="4132" y="10597"/>
                    <a:pt x="4049" y="10668"/>
                    <a:pt x="3954" y="10668"/>
                  </a:cubicBezTo>
                  <a:lnTo>
                    <a:pt x="3620" y="10668"/>
                  </a:lnTo>
                  <a:cubicBezTo>
                    <a:pt x="3513" y="10668"/>
                    <a:pt x="3442" y="10585"/>
                    <a:pt x="3442" y="10490"/>
                  </a:cubicBezTo>
                  <a:lnTo>
                    <a:pt x="3442" y="10478"/>
                  </a:lnTo>
                  <a:close/>
                  <a:moveTo>
                    <a:pt x="3762" y="0"/>
                  </a:moveTo>
                  <a:cubicBezTo>
                    <a:pt x="3746" y="0"/>
                    <a:pt x="3731" y="0"/>
                    <a:pt x="3716" y="0"/>
                  </a:cubicBezTo>
                  <a:cubicBezTo>
                    <a:pt x="1656" y="24"/>
                    <a:pt x="1" y="1739"/>
                    <a:pt x="13" y="3810"/>
                  </a:cubicBezTo>
                  <a:cubicBezTo>
                    <a:pt x="25" y="4775"/>
                    <a:pt x="406" y="5680"/>
                    <a:pt x="1073" y="6370"/>
                  </a:cubicBezTo>
                  <a:cubicBezTo>
                    <a:pt x="1596" y="6906"/>
                    <a:pt x="1870" y="7609"/>
                    <a:pt x="1870" y="8335"/>
                  </a:cubicBezTo>
                  <a:lnTo>
                    <a:pt x="1870" y="8835"/>
                  </a:lnTo>
                  <a:cubicBezTo>
                    <a:pt x="1870" y="9549"/>
                    <a:pt x="2335" y="10168"/>
                    <a:pt x="2966" y="10383"/>
                  </a:cubicBezTo>
                  <a:lnTo>
                    <a:pt x="2966" y="10490"/>
                  </a:lnTo>
                  <a:cubicBezTo>
                    <a:pt x="2966" y="10835"/>
                    <a:pt x="3239" y="11121"/>
                    <a:pt x="3585" y="11121"/>
                  </a:cubicBezTo>
                  <a:lnTo>
                    <a:pt x="3930" y="11121"/>
                  </a:lnTo>
                  <a:cubicBezTo>
                    <a:pt x="4275" y="11121"/>
                    <a:pt x="4549" y="10835"/>
                    <a:pt x="4549" y="10490"/>
                  </a:cubicBezTo>
                  <a:lnTo>
                    <a:pt x="4549" y="10383"/>
                  </a:lnTo>
                  <a:cubicBezTo>
                    <a:pt x="5192" y="10168"/>
                    <a:pt x="5645" y="9549"/>
                    <a:pt x="5645" y="8835"/>
                  </a:cubicBezTo>
                  <a:lnTo>
                    <a:pt x="5645" y="8335"/>
                  </a:lnTo>
                  <a:cubicBezTo>
                    <a:pt x="5645" y="7609"/>
                    <a:pt x="5918" y="6918"/>
                    <a:pt x="6442" y="6382"/>
                  </a:cubicBezTo>
                  <a:cubicBezTo>
                    <a:pt x="7133" y="5680"/>
                    <a:pt x="7502" y="4751"/>
                    <a:pt x="7502" y="3763"/>
                  </a:cubicBezTo>
                  <a:cubicBezTo>
                    <a:pt x="7550" y="2751"/>
                    <a:pt x="7145" y="1798"/>
                    <a:pt x="6418" y="1084"/>
                  </a:cubicBezTo>
                  <a:cubicBezTo>
                    <a:pt x="5715" y="380"/>
                    <a:pt x="4757" y="0"/>
                    <a:pt x="376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0235;p75"/>
            <p:cNvSpPr/>
            <p:nvPr/>
          </p:nvSpPr>
          <p:spPr>
            <a:xfrm>
              <a:off x="3263076" y="2942511"/>
              <a:ext cx="79287" cy="99579"/>
            </a:xfrm>
            <a:custGeom>
              <a:avLst/>
              <a:gdLst/>
              <a:ahLst/>
              <a:cxnLst/>
              <a:rect l="l" t="t" r="r" b="b"/>
              <a:pathLst>
                <a:path w="2489" h="3126" extrusionOk="0">
                  <a:moveTo>
                    <a:pt x="246" y="1"/>
                  </a:moveTo>
                  <a:cubicBezTo>
                    <a:pt x="146" y="1"/>
                    <a:pt x="56" y="59"/>
                    <a:pt x="36" y="161"/>
                  </a:cubicBezTo>
                  <a:cubicBezTo>
                    <a:pt x="0" y="280"/>
                    <a:pt x="60" y="399"/>
                    <a:pt x="179" y="422"/>
                  </a:cubicBezTo>
                  <a:cubicBezTo>
                    <a:pt x="1286" y="744"/>
                    <a:pt x="2048" y="1768"/>
                    <a:pt x="2048" y="2899"/>
                  </a:cubicBezTo>
                  <a:cubicBezTo>
                    <a:pt x="2048" y="3018"/>
                    <a:pt x="2143" y="3125"/>
                    <a:pt x="2262" y="3125"/>
                  </a:cubicBezTo>
                  <a:cubicBezTo>
                    <a:pt x="2381" y="3125"/>
                    <a:pt x="2488" y="3018"/>
                    <a:pt x="2488" y="2899"/>
                  </a:cubicBezTo>
                  <a:cubicBezTo>
                    <a:pt x="2488" y="1577"/>
                    <a:pt x="1595" y="387"/>
                    <a:pt x="298" y="6"/>
                  </a:cubicBezTo>
                  <a:cubicBezTo>
                    <a:pt x="280" y="2"/>
                    <a:pt x="263" y="1"/>
                    <a:pt x="2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0236;p75"/>
            <p:cNvSpPr/>
            <p:nvPr/>
          </p:nvSpPr>
          <p:spPr>
            <a:xfrm>
              <a:off x="3237656" y="2939262"/>
              <a:ext cx="20897" cy="14462"/>
            </a:xfrm>
            <a:custGeom>
              <a:avLst/>
              <a:gdLst/>
              <a:ahLst/>
              <a:cxnLst/>
              <a:rect l="l" t="t" r="r" b="b"/>
              <a:pathLst>
                <a:path w="656" h="454" extrusionOk="0">
                  <a:moveTo>
                    <a:pt x="227" y="1"/>
                  </a:moveTo>
                  <a:cubicBezTo>
                    <a:pt x="107" y="1"/>
                    <a:pt x="0" y="108"/>
                    <a:pt x="0" y="227"/>
                  </a:cubicBezTo>
                  <a:cubicBezTo>
                    <a:pt x="0" y="346"/>
                    <a:pt x="107" y="453"/>
                    <a:pt x="227" y="453"/>
                  </a:cubicBezTo>
                  <a:lnTo>
                    <a:pt x="417" y="453"/>
                  </a:lnTo>
                  <a:cubicBezTo>
                    <a:pt x="536" y="453"/>
                    <a:pt x="619" y="358"/>
                    <a:pt x="643" y="251"/>
                  </a:cubicBezTo>
                  <a:cubicBezTo>
                    <a:pt x="655" y="108"/>
                    <a:pt x="560" y="1"/>
                    <a:pt x="42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0237;p75"/>
            <p:cNvSpPr/>
            <p:nvPr/>
          </p:nvSpPr>
          <p:spPr>
            <a:xfrm>
              <a:off x="3379888" y="3029539"/>
              <a:ext cx="26567" cy="14048"/>
            </a:xfrm>
            <a:custGeom>
              <a:avLst/>
              <a:gdLst/>
              <a:ahLst/>
              <a:cxnLst/>
              <a:rect l="l" t="t" r="r" b="b"/>
              <a:pathLst>
                <a:path w="834" h="441" extrusionOk="0">
                  <a:moveTo>
                    <a:pt x="226" y="0"/>
                  </a:moveTo>
                  <a:cubicBezTo>
                    <a:pt x="107" y="0"/>
                    <a:pt x="0" y="107"/>
                    <a:pt x="0" y="226"/>
                  </a:cubicBezTo>
                  <a:cubicBezTo>
                    <a:pt x="0" y="346"/>
                    <a:pt x="107" y="441"/>
                    <a:pt x="226" y="441"/>
                  </a:cubicBezTo>
                  <a:lnTo>
                    <a:pt x="607" y="441"/>
                  </a:lnTo>
                  <a:cubicBezTo>
                    <a:pt x="726" y="441"/>
                    <a:pt x="834" y="346"/>
                    <a:pt x="834" y="226"/>
                  </a:cubicBezTo>
                  <a:cubicBezTo>
                    <a:pt x="822" y="107"/>
                    <a:pt x="726" y="0"/>
                    <a:pt x="60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0238;p75"/>
            <p:cNvSpPr/>
            <p:nvPr/>
          </p:nvSpPr>
          <p:spPr>
            <a:xfrm>
              <a:off x="3086313" y="3029539"/>
              <a:ext cx="26599" cy="14048"/>
            </a:xfrm>
            <a:custGeom>
              <a:avLst/>
              <a:gdLst/>
              <a:ahLst/>
              <a:cxnLst/>
              <a:rect l="l" t="t" r="r" b="b"/>
              <a:pathLst>
                <a:path w="835" h="441" extrusionOk="0">
                  <a:moveTo>
                    <a:pt x="227" y="0"/>
                  </a:moveTo>
                  <a:cubicBezTo>
                    <a:pt x="108" y="0"/>
                    <a:pt x="1" y="107"/>
                    <a:pt x="1" y="226"/>
                  </a:cubicBezTo>
                  <a:cubicBezTo>
                    <a:pt x="1" y="346"/>
                    <a:pt x="108" y="441"/>
                    <a:pt x="227" y="441"/>
                  </a:cubicBezTo>
                  <a:lnTo>
                    <a:pt x="608" y="441"/>
                  </a:lnTo>
                  <a:cubicBezTo>
                    <a:pt x="727" y="441"/>
                    <a:pt x="834" y="346"/>
                    <a:pt x="834" y="226"/>
                  </a:cubicBezTo>
                  <a:cubicBezTo>
                    <a:pt x="834" y="107"/>
                    <a:pt x="727" y="0"/>
                    <a:pt x="60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0239;p75"/>
            <p:cNvSpPr/>
            <p:nvPr/>
          </p:nvSpPr>
          <p:spPr>
            <a:xfrm>
              <a:off x="3359788" y="2953469"/>
              <a:ext cx="26567" cy="20355"/>
            </a:xfrm>
            <a:custGeom>
              <a:avLst/>
              <a:gdLst/>
              <a:ahLst/>
              <a:cxnLst/>
              <a:rect l="l" t="t" r="r" b="b"/>
              <a:pathLst>
                <a:path w="834" h="639" extrusionOk="0">
                  <a:moveTo>
                    <a:pt x="594" y="0"/>
                  </a:moveTo>
                  <a:cubicBezTo>
                    <a:pt x="555" y="0"/>
                    <a:pt x="514" y="13"/>
                    <a:pt x="476" y="43"/>
                  </a:cubicBezTo>
                  <a:lnTo>
                    <a:pt x="155" y="233"/>
                  </a:lnTo>
                  <a:cubicBezTo>
                    <a:pt x="48" y="293"/>
                    <a:pt x="0" y="424"/>
                    <a:pt x="83" y="531"/>
                  </a:cubicBezTo>
                  <a:cubicBezTo>
                    <a:pt x="119" y="602"/>
                    <a:pt x="203" y="638"/>
                    <a:pt x="274" y="638"/>
                  </a:cubicBezTo>
                  <a:cubicBezTo>
                    <a:pt x="310" y="638"/>
                    <a:pt x="345" y="614"/>
                    <a:pt x="381" y="602"/>
                  </a:cubicBezTo>
                  <a:lnTo>
                    <a:pt x="703" y="412"/>
                  </a:lnTo>
                  <a:cubicBezTo>
                    <a:pt x="810" y="352"/>
                    <a:pt x="834" y="221"/>
                    <a:pt x="774" y="114"/>
                  </a:cubicBezTo>
                  <a:cubicBezTo>
                    <a:pt x="735" y="45"/>
                    <a:pt x="667" y="0"/>
                    <a:pt x="59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0240;p75"/>
            <p:cNvSpPr/>
            <p:nvPr/>
          </p:nvSpPr>
          <p:spPr>
            <a:xfrm>
              <a:off x="3106413" y="3100034"/>
              <a:ext cx="26599" cy="20164"/>
            </a:xfrm>
            <a:custGeom>
              <a:avLst/>
              <a:gdLst/>
              <a:ahLst/>
              <a:cxnLst/>
              <a:rect l="l" t="t" r="r" b="b"/>
              <a:pathLst>
                <a:path w="835" h="633" extrusionOk="0">
                  <a:moveTo>
                    <a:pt x="590" y="0"/>
                  </a:moveTo>
                  <a:cubicBezTo>
                    <a:pt x="550" y="0"/>
                    <a:pt x="511" y="12"/>
                    <a:pt x="477" y="38"/>
                  </a:cubicBezTo>
                  <a:lnTo>
                    <a:pt x="144" y="228"/>
                  </a:lnTo>
                  <a:cubicBezTo>
                    <a:pt x="36" y="288"/>
                    <a:pt x="1" y="419"/>
                    <a:pt x="72" y="526"/>
                  </a:cubicBezTo>
                  <a:cubicBezTo>
                    <a:pt x="108" y="597"/>
                    <a:pt x="191" y="633"/>
                    <a:pt x="263" y="633"/>
                  </a:cubicBezTo>
                  <a:cubicBezTo>
                    <a:pt x="310" y="633"/>
                    <a:pt x="334" y="609"/>
                    <a:pt x="370" y="597"/>
                  </a:cubicBezTo>
                  <a:lnTo>
                    <a:pt x="691" y="407"/>
                  </a:lnTo>
                  <a:cubicBezTo>
                    <a:pt x="787" y="347"/>
                    <a:pt x="834" y="216"/>
                    <a:pt x="775" y="109"/>
                  </a:cubicBezTo>
                  <a:cubicBezTo>
                    <a:pt x="736" y="40"/>
                    <a:pt x="663" y="0"/>
                    <a:pt x="59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0241;p75"/>
            <p:cNvSpPr/>
            <p:nvPr/>
          </p:nvSpPr>
          <p:spPr>
            <a:xfrm>
              <a:off x="3308565" y="2897277"/>
              <a:ext cx="22044" cy="24178"/>
            </a:xfrm>
            <a:custGeom>
              <a:avLst/>
              <a:gdLst/>
              <a:ahLst/>
              <a:cxnLst/>
              <a:rect l="l" t="t" r="r" b="b"/>
              <a:pathLst>
                <a:path w="692" h="759" extrusionOk="0">
                  <a:moveTo>
                    <a:pt x="441" y="1"/>
                  </a:moveTo>
                  <a:cubicBezTo>
                    <a:pt x="369" y="1"/>
                    <a:pt x="301" y="35"/>
                    <a:pt x="263" y="104"/>
                  </a:cubicBezTo>
                  <a:lnTo>
                    <a:pt x="60" y="438"/>
                  </a:lnTo>
                  <a:cubicBezTo>
                    <a:pt x="1" y="533"/>
                    <a:pt x="37" y="676"/>
                    <a:pt x="144" y="735"/>
                  </a:cubicBezTo>
                  <a:cubicBezTo>
                    <a:pt x="167" y="747"/>
                    <a:pt x="215" y="759"/>
                    <a:pt x="239" y="759"/>
                  </a:cubicBezTo>
                  <a:cubicBezTo>
                    <a:pt x="322" y="759"/>
                    <a:pt x="394" y="711"/>
                    <a:pt x="441" y="652"/>
                  </a:cubicBezTo>
                  <a:lnTo>
                    <a:pt x="632" y="330"/>
                  </a:lnTo>
                  <a:cubicBezTo>
                    <a:pt x="691" y="223"/>
                    <a:pt x="656" y="92"/>
                    <a:pt x="560" y="33"/>
                  </a:cubicBezTo>
                  <a:cubicBezTo>
                    <a:pt x="522" y="11"/>
                    <a:pt x="481" y="1"/>
                    <a:pt x="44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0242;p75"/>
            <p:cNvSpPr/>
            <p:nvPr/>
          </p:nvSpPr>
          <p:spPr>
            <a:xfrm>
              <a:off x="3239153" y="2877049"/>
              <a:ext cx="14080" cy="26599"/>
            </a:xfrm>
            <a:custGeom>
              <a:avLst/>
              <a:gdLst/>
              <a:ahLst/>
              <a:cxnLst/>
              <a:rect l="l" t="t" r="r" b="b"/>
              <a:pathLst>
                <a:path w="442" h="835" extrusionOk="0">
                  <a:moveTo>
                    <a:pt x="215" y="1"/>
                  </a:moveTo>
                  <a:cubicBezTo>
                    <a:pt x="96" y="1"/>
                    <a:pt x="1" y="96"/>
                    <a:pt x="1" y="215"/>
                  </a:cubicBezTo>
                  <a:lnTo>
                    <a:pt x="1" y="608"/>
                  </a:lnTo>
                  <a:cubicBezTo>
                    <a:pt x="1" y="727"/>
                    <a:pt x="96" y="834"/>
                    <a:pt x="215" y="834"/>
                  </a:cubicBezTo>
                  <a:cubicBezTo>
                    <a:pt x="334" y="834"/>
                    <a:pt x="441" y="727"/>
                    <a:pt x="441" y="608"/>
                  </a:cubicBezTo>
                  <a:lnTo>
                    <a:pt x="441" y="215"/>
                  </a:lnTo>
                  <a:cubicBezTo>
                    <a:pt x="441" y="96"/>
                    <a:pt x="358" y="1"/>
                    <a:pt x="21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0243;p75"/>
            <p:cNvSpPr/>
            <p:nvPr/>
          </p:nvSpPr>
          <p:spPr>
            <a:xfrm>
              <a:off x="3161809" y="2897500"/>
              <a:ext cx="22394" cy="24337"/>
            </a:xfrm>
            <a:custGeom>
              <a:avLst/>
              <a:gdLst/>
              <a:ahLst/>
              <a:cxnLst/>
              <a:rect l="l" t="t" r="r" b="b"/>
              <a:pathLst>
                <a:path w="703" h="764" extrusionOk="0">
                  <a:moveTo>
                    <a:pt x="262" y="0"/>
                  </a:moveTo>
                  <a:cubicBezTo>
                    <a:pt x="222" y="0"/>
                    <a:pt x="181" y="12"/>
                    <a:pt x="143" y="38"/>
                  </a:cubicBezTo>
                  <a:cubicBezTo>
                    <a:pt x="48" y="97"/>
                    <a:pt x="0" y="228"/>
                    <a:pt x="72" y="335"/>
                  </a:cubicBezTo>
                  <a:lnTo>
                    <a:pt x="262" y="669"/>
                  </a:lnTo>
                  <a:cubicBezTo>
                    <a:pt x="310" y="740"/>
                    <a:pt x="381" y="764"/>
                    <a:pt x="464" y="764"/>
                  </a:cubicBezTo>
                  <a:cubicBezTo>
                    <a:pt x="500" y="764"/>
                    <a:pt x="536" y="752"/>
                    <a:pt x="560" y="740"/>
                  </a:cubicBezTo>
                  <a:cubicBezTo>
                    <a:pt x="667" y="681"/>
                    <a:pt x="703" y="550"/>
                    <a:pt x="643" y="442"/>
                  </a:cubicBezTo>
                  <a:lnTo>
                    <a:pt x="441" y="109"/>
                  </a:lnTo>
                  <a:cubicBezTo>
                    <a:pt x="402" y="40"/>
                    <a:pt x="334" y="0"/>
                    <a:pt x="26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0244;p75"/>
            <p:cNvSpPr/>
            <p:nvPr/>
          </p:nvSpPr>
          <p:spPr>
            <a:xfrm>
              <a:off x="3106413" y="2953151"/>
              <a:ext cx="26599" cy="19909"/>
            </a:xfrm>
            <a:custGeom>
              <a:avLst/>
              <a:gdLst/>
              <a:ahLst/>
              <a:cxnLst/>
              <a:rect l="l" t="t" r="r" b="b"/>
              <a:pathLst>
                <a:path w="835" h="625" extrusionOk="0">
                  <a:moveTo>
                    <a:pt x="246" y="0"/>
                  </a:moveTo>
                  <a:cubicBezTo>
                    <a:pt x="168" y="0"/>
                    <a:pt x="92" y="40"/>
                    <a:pt x="60" y="112"/>
                  </a:cubicBezTo>
                  <a:cubicBezTo>
                    <a:pt x="1" y="208"/>
                    <a:pt x="25" y="350"/>
                    <a:pt x="132" y="410"/>
                  </a:cubicBezTo>
                  <a:lnTo>
                    <a:pt x="453" y="600"/>
                  </a:lnTo>
                  <a:cubicBezTo>
                    <a:pt x="489" y="612"/>
                    <a:pt x="537" y="624"/>
                    <a:pt x="560" y="624"/>
                  </a:cubicBezTo>
                  <a:cubicBezTo>
                    <a:pt x="632" y="624"/>
                    <a:pt x="715" y="589"/>
                    <a:pt x="751" y="529"/>
                  </a:cubicBezTo>
                  <a:cubicBezTo>
                    <a:pt x="834" y="422"/>
                    <a:pt x="787" y="291"/>
                    <a:pt x="679" y="231"/>
                  </a:cubicBezTo>
                  <a:lnTo>
                    <a:pt x="358" y="29"/>
                  </a:lnTo>
                  <a:cubicBezTo>
                    <a:pt x="323" y="10"/>
                    <a:pt x="284" y="0"/>
                    <a:pt x="24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0245;p75"/>
            <p:cNvSpPr/>
            <p:nvPr/>
          </p:nvSpPr>
          <p:spPr>
            <a:xfrm>
              <a:off x="3360520" y="3099811"/>
              <a:ext cx="25834" cy="20005"/>
            </a:xfrm>
            <a:custGeom>
              <a:avLst/>
              <a:gdLst/>
              <a:ahLst/>
              <a:cxnLst/>
              <a:rect l="l" t="t" r="r" b="b"/>
              <a:pathLst>
                <a:path w="811" h="628" extrusionOk="0">
                  <a:moveTo>
                    <a:pt x="239" y="1"/>
                  </a:moveTo>
                  <a:cubicBezTo>
                    <a:pt x="167" y="1"/>
                    <a:pt x="99" y="35"/>
                    <a:pt x="60" y="104"/>
                  </a:cubicBezTo>
                  <a:cubicBezTo>
                    <a:pt x="1" y="211"/>
                    <a:pt x="25" y="342"/>
                    <a:pt x="132" y="402"/>
                  </a:cubicBezTo>
                  <a:lnTo>
                    <a:pt x="453" y="592"/>
                  </a:lnTo>
                  <a:cubicBezTo>
                    <a:pt x="489" y="604"/>
                    <a:pt x="537" y="628"/>
                    <a:pt x="561" y="628"/>
                  </a:cubicBezTo>
                  <a:cubicBezTo>
                    <a:pt x="632" y="628"/>
                    <a:pt x="715" y="580"/>
                    <a:pt x="751" y="521"/>
                  </a:cubicBezTo>
                  <a:cubicBezTo>
                    <a:pt x="811" y="426"/>
                    <a:pt x="787" y="283"/>
                    <a:pt x="680" y="223"/>
                  </a:cubicBezTo>
                  <a:lnTo>
                    <a:pt x="358" y="33"/>
                  </a:lnTo>
                  <a:cubicBezTo>
                    <a:pt x="320" y="11"/>
                    <a:pt x="279" y="1"/>
                    <a:pt x="23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" name="Google Shape;9881;p74"/>
          <p:cNvGrpSpPr/>
          <p:nvPr/>
        </p:nvGrpSpPr>
        <p:grpSpPr>
          <a:xfrm>
            <a:off x="5216430" y="2777237"/>
            <a:ext cx="372073" cy="355243"/>
            <a:chOff x="7390435" y="3680868"/>
            <a:chExt cx="372073" cy="355243"/>
          </a:xfrm>
        </p:grpSpPr>
        <p:sp>
          <p:nvSpPr>
            <p:cNvPr id="129" name="Google Shape;9882;p74"/>
            <p:cNvSpPr/>
            <p:nvPr/>
          </p:nvSpPr>
          <p:spPr>
            <a:xfrm>
              <a:off x="7390435" y="3744950"/>
              <a:ext cx="294178" cy="291162"/>
            </a:xfrm>
            <a:custGeom>
              <a:avLst/>
              <a:gdLst/>
              <a:ahLst/>
              <a:cxnLst/>
              <a:rect l="l" t="t" r="r" b="b"/>
              <a:pathLst>
                <a:path w="9264" h="9169" extrusionOk="0">
                  <a:moveTo>
                    <a:pt x="4668" y="0"/>
                  </a:moveTo>
                  <a:cubicBezTo>
                    <a:pt x="3441" y="0"/>
                    <a:pt x="2287" y="477"/>
                    <a:pt x="1417" y="1334"/>
                  </a:cubicBezTo>
                  <a:cubicBezTo>
                    <a:pt x="1358" y="1393"/>
                    <a:pt x="1358" y="1501"/>
                    <a:pt x="1417" y="1572"/>
                  </a:cubicBezTo>
                  <a:cubicBezTo>
                    <a:pt x="1447" y="1602"/>
                    <a:pt x="1489" y="1617"/>
                    <a:pt x="1532" y="1617"/>
                  </a:cubicBezTo>
                  <a:cubicBezTo>
                    <a:pt x="1575" y="1617"/>
                    <a:pt x="1620" y="1602"/>
                    <a:pt x="1655" y="1572"/>
                  </a:cubicBezTo>
                  <a:cubicBezTo>
                    <a:pt x="2465" y="774"/>
                    <a:pt x="3537" y="322"/>
                    <a:pt x="4668" y="322"/>
                  </a:cubicBezTo>
                  <a:cubicBezTo>
                    <a:pt x="5799" y="322"/>
                    <a:pt x="6870" y="774"/>
                    <a:pt x="7668" y="1572"/>
                  </a:cubicBezTo>
                  <a:cubicBezTo>
                    <a:pt x="8478" y="2382"/>
                    <a:pt x="8918" y="3453"/>
                    <a:pt x="8918" y="4584"/>
                  </a:cubicBezTo>
                  <a:cubicBezTo>
                    <a:pt x="8918" y="5715"/>
                    <a:pt x="8478" y="6787"/>
                    <a:pt x="7668" y="7585"/>
                  </a:cubicBezTo>
                  <a:cubicBezTo>
                    <a:pt x="6841" y="8412"/>
                    <a:pt x="5751" y="8826"/>
                    <a:pt x="4662" y="8826"/>
                  </a:cubicBezTo>
                  <a:cubicBezTo>
                    <a:pt x="3572" y="8826"/>
                    <a:pt x="2483" y="8412"/>
                    <a:pt x="1655" y="7585"/>
                  </a:cubicBezTo>
                  <a:cubicBezTo>
                    <a:pt x="953" y="6882"/>
                    <a:pt x="524" y="5965"/>
                    <a:pt x="441" y="4977"/>
                  </a:cubicBezTo>
                  <a:cubicBezTo>
                    <a:pt x="346" y="4013"/>
                    <a:pt x="596" y="3037"/>
                    <a:pt x="1132" y="2227"/>
                  </a:cubicBezTo>
                  <a:cubicBezTo>
                    <a:pt x="1179" y="2155"/>
                    <a:pt x="1167" y="2048"/>
                    <a:pt x="1096" y="1989"/>
                  </a:cubicBezTo>
                  <a:cubicBezTo>
                    <a:pt x="1066" y="1972"/>
                    <a:pt x="1035" y="1964"/>
                    <a:pt x="1005" y="1964"/>
                  </a:cubicBezTo>
                  <a:cubicBezTo>
                    <a:pt x="950" y="1964"/>
                    <a:pt x="896" y="1990"/>
                    <a:pt x="858" y="2036"/>
                  </a:cubicBezTo>
                  <a:cubicBezTo>
                    <a:pt x="274" y="2894"/>
                    <a:pt x="1" y="3953"/>
                    <a:pt x="108" y="5013"/>
                  </a:cubicBezTo>
                  <a:cubicBezTo>
                    <a:pt x="215" y="6073"/>
                    <a:pt x="679" y="7085"/>
                    <a:pt x="1429" y="7823"/>
                  </a:cubicBezTo>
                  <a:cubicBezTo>
                    <a:pt x="2322" y="8716"/>
                    <a:pt x="3501" y="9168"/>
                    <a:pt x="4680" y="9168"/>
                  </a:cubicBezTo>
                  <a:cubicBezTo>
                    <a:pt x="5858" y="9168"/>
                    <a:pt x="7025" y="8716"/>
                    <a:pt x="7918" y="7823"/>
                  </a:cubicBezTo>
                  <a:cubicBezTo>
                    <a:pt x="8787" y="6966"/>
                    <a:pt x="9264" y="5799"/>
                    <a:pt x="9264" y="4584"/>
                  </a:cubicBezTo>
                  <a:cubicBezTo>
                    <a:pt x="9264" y="3358"/>
                    <a:pt x="8787" y="2203"/>
                    <a:pt x="7906" y="1334"/>
                  </a:cubicBezTo>
                  <a:cubicBezTo>
                    <a:pt x="7049" y="477"/>
                    <a:pt x="5882" y="0"/>
                    <a:pt x="46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" name="Google Shape;9883;p74"/>
            <p:cNvSpPr/>
            <p:nvPr/>
          </p:nvSpPr>
          <p:spPr>
            <a:xfrm>
              <a:off x="7408948" y="3772259"/>
              <a:ext cx="259407" cy="236257"/>
            </a:xfrm>
            <a:custGeom>
              <a:avLst/>
              <a:gdLst/>
              <a:ahLst/>
              <a:cxnLst/>
              <a:rect l="l" t="t" r="r" b="b"/>
              <a:pathLst>
                <a:path w="8169" h="7440" extrusionOk="0">
                  <a:moveTo>
                    <a:pt x="4085" y="319"/>
                  </a:moveTo>
                  <a:cubicBezTo>
                    <a:pt x="4942" y="319"/>
                    <a:pt x="5823" y="653"/>
                    <a:pt x="6478" y="1319"/>
                  </a:cubicBezTo>
                  <a:cubicBezTo>
                    <a:pt x="7800" y="2653"/>
                    <a:pt x="7800" y="4796"/>
                    <a:pt x="6478" y="6117"/>
                  </a:cubicBezTo>
                  <a:cubicBezTo>
                    <a:pt x="5817" y="6778"/>
                    <a:pt x="4951" y="7109"/>
                    <a:pt x="4083" y="7109"/>
                  </a:cubicBezTo>
                  <a:cubicBezTo>
                    <a:pt x="3216" y="7109"/>
                    <a:pt x="2346" y="6778"/>
                    <a:pt x="1680" y="6117"/>
                  </a:cubicBezTo>
                  <a:cubicBezTo>
                    <a:pt x="358" y="4796"/>
                    <a:pt x="358" y="2653"/>
                    <a:pt x="1680" y="1319"/>
                  </a:cubicBezTo>
                  <a:cubicBezTo>
                    <a:pt x="2335" y="664"/>
                    <a:pt x="3216" y="319"/>
                    <a:pt x="4085" y="319"/>
                  </a:cubicBezTo>
                  <a:close/>
                  <a:moveTo>
                    <a:pt x="4088" y="1"/>
                  </a:moveTo>
                  <a:cubicBezTo>
                    <a:pt x="3132" y="1"/>
                    <a:pt x="2174" y="361"/>
                    <a:pt x="1442" y="1081"/>
                  </a:cubicBezTo>
                  <a:cubicBezTo>
                    <a:pt x="1" y="2534"/>
                    <a:pt x="1" y="4891"/>
                    <a:pt x="1442" y="6356"/>
                  </a:cubicBezTo>
                  <a:cubicBezTo>
                    <a:pt x="2180" y="7082"/>
                    <a:pt x="3120" y="7439"/>
                    <a:pt x="4085" y="7439"/>
                  </a:cubicBezTo>
                  <a:cubicBezTo>
                    <a:pt x="5037" y="7439"/>
                    <a:pt x="5978" y="7082"/>
                    <a:pt x="6716" y="6356"/>
                  </a:cubicBezTo>
                  <a:cubicBezTo>
                    <a:pt x="8169" y="4891"/>
                    <a:pt x="8169" y="2546"/>
                    <a:pt x="6716" y="1081"/>
                  </a:cubicBezTo>
                  <a:cubicBezTo>
                    <a:pt x="5996" y="361"/>
                    <a:pt x="5043" y="1"/>
                    <a:pt x="408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9884;p74"/>
            <p:cNvSpPr/>
            <p:nvPr/>
          </p:nvSpPr>
          <p:spPr>
            <a:xfrm>
              <a:off x="7487986" y="3680868"/>
              <a:ext cx="274522" cy="259565"/>
            </a:xfrm>
            <a:custGeom>
              <a:avLst/>
              <a:gdLst/>
              <a:ahLst/>
              <a:cxnLst/>
              <a:rect l="l" t="t" r="r" b="b"/>
              <a:pathLst>
                <a:path w="8645" h="8174" extrusionOk="0">
                  <a:moveTo>
                    <a:pt x="3614" y="0"/>
                  </a:moveTo>
                  <a:cubicBezTo>
                    <a:pt x="2438" y="0"/>
                    <a:pt x="1262" y="447"/>
                    <a:pt x="369" y="1340"/>
                  </a:cubicBezTo>
                  <a:cubicBezTo>
                    <a:pt x="262" y="1447"/>
                    <a:pt x="167" y="1566"/>
                    <a:pt x="60" y="1685"/>
                  </a:cubicBezTo>
                  <a:cubicBezTo>
                    <a:pt x="0" y="1756"/>
                    <a:pt x="12" y="1864"/>
                    <a:pt x="84" y="1923"/>
                  </a:cubicBezTo>
                  <a:cubicBezTo>
                    <a:pt x="118" y="1948"/>
                    <a:pt x="155" y="1960"/>
                    <a:pt x="191" y="1960"/>
                  </a:cubicBezTo>
                  <a:cubicBezTo>
                    <a:pt x="240" y="1960"/>
                    <a:pt x="287" y="1936"/>
                    <a:pt x="322" y="1887"/>
                  </a:cubicBezTo>
                  <a:cubicBezTo>
                    <a:pt x="417" y="1792"/>
                    <a:pt x="500" y="1685"/>
                    <a:pt x="608" y="1578"/>
                  </a:cubicBezTo>
                  <a:cubicBezTo>
                    <a:pt x="1435" y="750"/>
                    <a:pt x="2524" y="337"/>
                    <a:pt x="3614" y="337"/>
                  </a:cubicBezTo>
                  <a:cubicBezTo>
                    <a:pt x="4703" y="337"/>
                    <a:pt x="5793" y="750"/>
                    <a:pt x="6620" y="1578"/>
                  </a:cubicBezTo>
                  <a:cubicBezTo>
                    <a:pt x="8275" y="3233"/>
                    <a:pt x="8275" y="5936"/>
                    <a:pt x="6620" y="7591"/>
                  </a:cubicBezTo>
                  <a:cubicBezTo>
                    <a:pt x="6513" y="7698"/>
                    <a:pt x="6418" y="7781"/>
                    <a:pt x="6311" y="7876"/>
                  </a:cubicBezTo>
                  <a:cubicBezTo>
                    <a:pt x="6239" y="7936"/>
                    <a:pt x="6215" y="8043"/>
                    <a:pt x="6275" y="8114"/>
                  </a:cubicBezTo>
                  <a:cubicBezTo>
                    <a:pt x="6311" y="8162"/>
                    <a:pt x="6358" y="8174"/>
                    <a:pt x="6418" y="8174"/>
                  </a:cubicBezTo>
                  <a:cubicBezTo>
                    <a:pt x="6454" y="8174"/>
                    <a:pt x="6489" y="8162"/>
                    <a:pt x="6513" y="8126"/>
                  </a:cubicBezTo>
                  <a:cubicBezTo>
                    <a:pt x="6632" y="8043"/>
                    <a:pt x="6751" y="7936"/>
                    <a:pt x="6858" y="7817"/>
                  </a:cubicBezTo>
                  <a:cubicBezTo>
                    <a:pt x="8644" y="6031"/>
                    <a:pt x="8644" y="3126"/>
                    <a:pt x="6858" y="1340"/>
                  </a:cubicBezTo>
                  <a:cubicBezTo>
                    <a:pt x="5965" y="447"/>
                    <a:pt x="4790" y="0"/>
                    <a:pt x="361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9885;p74"/>
            <p:cNvSpPr/>
            <p:nvPr/>
          </p:nvSpPr>
          <p:spPr>
            <a:xfrm>
              <a:off x="7691758" y="3789502"/>
              <a:ext cx="34073" cy="102918"/>
            </a:xfrm>
            <a:custGeom>
              <a:avLst/>
              <a:gdLst/>
              <a:ahLst/>
              <a:cxnLst/>
              <a:rect l="l" t="t" r="r" b="b"/>
              <a:pathLst>
                <a:path w="1073" h="3241" extrusionOk="0">
                  <a:moveTo>
                    <a:pt x="589" y="1"/>
                  </a:moveTo>
                  <a:cubicBezTo>
                    <a:pt x="580" y="1"/>
                    <a:pt x="570" y="1"/>
                    <a:pt x="560" y="2"/>
                  </a:cubicBezTo>
                  <a:cubicBezTo>
                    <a:pt x="477" y="38"/>
                    <a:pt x="429" y="121"/>
                    <a:pt x="441" y="217"/>
                  </a:cubicBezTo>
                  <a:cubicBezTo>
                    <a:pt x="715" y="1157"/>
                    <a:pt x="560" y="2145"/>
                    <a:pt x="37" y="2967"/>
                  </a:cubicBezTo>
                  <a:cubicBezTo>
                    <a:pt x="1" y="3038"/>
                    <a:pt x="13" y="3146"/>
                    <a:pt x="84" y="3205"/>
                  </a:cubicBezTo>
                  <a:cubicBezTo>
                    <a:pt x="120" y="3217"/>
                    <a:pt x="144" y="3241"/>
                    <a:pt x="167" y="3241"/>
                  </a:cubicBezTo>
                  <a:cubicBezTo>
                    <a:pt x="239" y="3241"/>
                    <a:pt x="275" y="3205"/>
                    <a:pt x="310" y="3158"/>
                  </a:cubicBezTo>
                  <a:cubicBezTo>
                    <a:pt x="906" y="2265"/>
                    <a:pt x="1072" y="1169"/>
                    <a:pt x="775" y="121"/>
                  </a:cubicBezTo>
                  <a:cubicBezTo>
                    <a:pt x="743" y="47"/>
                    <a:pt x="672" y="1"/>
                    <a:pt x="58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9886;p74"/>
            <p:cNvSpPr/>
            <p:nvPr/>
          </p:nvSpPr>
          <p:spPr>
            <a:xfrm>
              <a:off x="7536000" y="3708082"/>
              <a:ext cx="173192" cy="72052"/>
            </a:xfrm>
            <a:custGeom>
              <a:avLst/>
              <a:gdLst/>
              <a:ahLst/>
              <a:cxnLst/>
              <a:rect l="l" t="t" r="r" b="b"/>
              <a:pathLst>
                <a:path w="5454" h="2269" extrusionOk="0">
                  <a:moveTo>
                    <a:pt x="2121" y="0"/>
                  </a:moveTo>
                  <a:cubicBezTo>
                    <a:pt x="1410" y="0"/>
                    <a:pt x="707" y="204"/>
                    <a:pt x="108" y="590"/>
                  </a:cubicBezTo>
                  <a:cubicBezTo>
                    <a:pt x="36" y="638"/>
                    <a:pt x="0" y="733"/>
                    <a:pt x="60" y="828"/>
                  </a:cubicBezTo>
                  <a:cubicBezTo>
                    <a:pt x="91" y="874"/>
                    <a:pt x="147" y="906"/>
                    <a:pt x="205" y="906"/>
                  </a:cubicBezTo>
                  <a:cubicBezTo>
                    <a:pt x="237" y="906"/>
                    <a:pt x="269" y="897"/>
                    <a:pt x="298" y="876"/>
                  </a:cubicBezTo>
                  <a:cubicBezTo>
                    <a:pt x="841" y="534"/>
                    <a:pt x="1478" y="344"/>
                    <a:pt x="2123" y="344"/>
                  </a:cubicBezTo>
                  <a:cubicBezTo>
                    <a:pt x="2241" y="344"/>
                    <a:pt x="2359" y="351"/>
                    <a:pt x="2477" y="364"/>
                  </a:cubicBezTo>
                  <a:cubicBezTo>
                    <a:pt x="3251" y="435"/>
                    <a:pt x="3977" y="792"/>
                    <a:pt x="4513" y="1328"/>
                  </a:cubicBezTo>
                  <a:cubicBezTo>
                    <a:pt x="4763" y="1590"/>
                    <a:pt x="4977" y="1864"/>
                    <a:pt x="5120" y="2185"/>
                  </a:cubicBezTo>
                  <a:cubicBezTo>
                    <a:pt x="5156" y="2245"/>
                    <a:pt x="5215" y="2269"/>
                    <a:pt x="5275" y="2269"/>
                  </a:cubicBezTo>
                  <a:cubicBezTo>
                    <a:pt x="5299" y="2269"/>
                    <a:pt x="5323" y="2269"/>
                    <a:pt x="5346" y="2257"/>
                  </a:cubicBezTo>
                  <a:cubicBezTo>
                    <a:pt x="5418" y="2197"/>
                    <a:pt x="5453" y="2102"/>
                    <a:pt x="5406" y="2019"/>
                  </a:cubicBezTo>
                  <a:cubicBezTo>
                    <a:pt x="5227" y="1673"/>
                    <a:pt x="5001" y="1364"/>
                    <a:pt x="4739" y="1102"/>
                  </a:cubicBezTo>
                  <a:cubicBezTo>
                    <a:pt x="4144" y="507"/>
                    <a:pt x="3334" y="114"/>
                    <a:pt x="2489" y="18"/>
                  </a:cubicBezTo>
                  <a:cubicBezTo>
                    <a:pt x="2366" y="6"/>
                    <a:pt x="2243" y="0"/>
                    <a:pt x="212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9887;p74"/>
            <p:cNvSpPr/>
            <p:nvPr/>
          </p:nvSpPr>
          <p:spPr>
            <a:xfrm>
              <a:off x="7501228" y="3819415"/>
              <a:ext cx="75640" cy="141437"/>
            </a:xfrm>
            <a:custGeom>
              <a:avLst/>
              <a:gdLst/>
              <a:ahLst/>
              <a:cxnLst/>
              <a:rect l="l" t="t" r="r" b="b"/>
              <a:pathLst>
                <a:path w="2382" h="4454" extrusionOk="0">
                  <a:moveTo>
                    <a:pt x="1012" y="692"/>
                  </a:moveTo>
                  <a:lnTo>
                    <a:pt x="1012" y="2061"/>
                  </a:lnTo>
                  <a:cubicBezTo>
                    <a:pt x="607" y="2001"/>
                    <a:pt x="310" y="1715"/>
                    <a:pt x="310" y="1370"/>
                  </a:cubicBezTo>
                  <a:cubicBezTo>
                    <a:pt x="310" y="1025"/>
                    <a:pt x="607" y="763"/>
                    <a:pt x="1012" y="692"/>
                  </a:cubicBezTo>
                  <a:close/>
                  <a:moveTo>
                    <a:pt x="1357" y="2418"/>
                  </a:moveTo>
                  <a:cubicBezTo>
                    <a:pt x="1750" y="2477"/>
                    <a:pt x="2048" y="2751"/>
                    <a:pt x="2048" y="3097"/>
                  </a:cubicBezTo>
                  <a:cubicBezTo>
                    <a:pt x="2048" y="3430"/>
                    <a:pt x="1738" y="3704"/>
                    <a:pt x="1357" y="3763"/>
                  </a:cubicBezTo>
                  <a:lnTo>
                    <a:pt x="1357" y="2418"/>
                  </a:lnTo>
                  <a:close/>
                  <a:moveTo>
                    <a:pt x="1191" y="1"/>
                  </a:moveTo>
                  <a:cubicBezTo>
                    <a:pt x="1095" y="1"/>
                    <a:pt x="1024" y="72"/>
                    <a:pt x="1024" y="168"/>
                  </a:cubicBezTo>
                  <a:lnTo>
                    <a:pt x="1024" y="358"/>
                  </a:lnTo>
                  <a:cubicBezTo>
                    <a:pt x="441" y="430"/>
                    <a:pt x="0" y="870"/>
                    <a:pt x="0" y="1370"/>
                  </a:cubicBezTo>
                  <a:cubicBezTo>
                    <a:pt x="0" y="1882"/>
                    <a:pt x="441" y="2323"/>
                    <a:pt x="1024" y="2382"/>
                  </a:cubicBezTo>
                  <a:lnTo>
                    <a:pt x="1024" y="3763"/>
                  </a:lnTo>
                  <a:cubicBezTo>
                    <a:pt x="619" y="3704"/>
                    <a:pt x="322" y="3430"/>
                    <a:pt x="322" y="3085"/>
                  </a:cubicBezTo>
                  <a:cubicBezTo>
                    <a:pt x="322" y="2989"/>
                    <a:pt x="250" y="2918"/>
                    <a:pt x="167" y="2918"/>
                  </a:cubicBezTo>
                  <a:cubicBezTo>
                    <a:pt x="71" y="2918"/>
                    <a:pt x="0" y="2989"/>
                    <a:pt x="0" y="3085"/>
                  </a:cubicBezTo>
                  <a:cubicBezTo>
                    <a:pt x="0" y="3609"/>
                    <a:pt x="441" y="4037"/>
                    <a:pt x="1024" y="4097"/>
                  </a:cubicBezTo>
                  <a:lnTo>
                    <a:pt x="1024" y="4287"/>
                  </a:lnTo>
                  <a:cubicBezTo>
                    <a:pt x="1024" y="4371"/>
                    <a:pt x="1095" y="4454"/>
                    <a:pt x="1191" y="4454"/>
                  </a:cubicBezTo>
                  <a:cubicBezTo>
                    <a:pt x="1274" y="4454"/>
                    <a:pt x="1357" y="4371"/>
                    <a:pt x="1357" y="4287"/>
                  </a:cubicBezTo>
                  <a:lnTo>
                    <a:pt x="1357" y="4097"/>
                  </a:lnTo>
                  <a:cubicBezTo>
                    <a:pt x="1929" y="4025"/>
                    <a:pt x="2381" y="3585"/>
                    <a:pt x="2381" y="3085"/>
                  </a:cubicBezTo>
                  <a:cubicBezTo>
                    <a:pt x="2381" y="2573"/>
                    <a:pt x="1929" y="2144"/>
                    <a:pt x="1357" y="2073"/>
                  </a:cubicBezTo>
                  <a:lnTo>
                    <a:pt x="1357" y="692"/>
                  </a:lnTo>
                  <a:cubicBezTo>
                    <a:pt x="1750" y="751"/>
                    <a:pt x="2048" y="1025"/>
                    <a:pt x="2048" y="1370"/>
                  </a:cubicBezTo>
                  <a:cubicBezTo>
                    <a:pt x="2048" y="1465"/>
                    <a:pt x="2131" y="1537"/>
                    <a:pt x="2215" y="1537"/>
                  </a:cubicBezTo>
                  <a:cubicBezTo>
                    <a:pt x="2298" y="1537"/>
                    <a:pt x="2381" y="1465"/>
                    <a:pt x="2381" y="1370"/>
                  </a:cubicBezTo>
                  <a:cubicBezTo>
                    <a:pt x="2381" y="846"/>
                    <a:pt x="1929" y="418"/>
                    <a:pt x="1345" y="358"/>
                  </a:cubicBezTo>
                  <a:lnTo>
                    <a:pt x="1345" y="168"/>
                  </a:lnTo>
                  <a:cubicBezTo>
                    <a:pt x="1345" y="72"/>
                    <a:pt x="1274" y="1"/>
                    <a:pt x="11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43" name="Flowchart: Connector 142"/>
          <p:cNvSpPr/>
          <p:nvPr/>
        </p:nvSpPr>
        <p:spPr>
          <a:xfrm>
            <a:off x="7145221" y="485775"/>
            <a:ext cx="105209" cy="104454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844" y="0"/>
            <a:ext cx="242325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2"/>
          <p:cNvSpPr txBox="1">
            <a:spLocks noGrp="1"/>
          </p:cNvSpPr>
          <p:nvPr>
            <p:ph type="title"/>
          </p:nvPr>
        </p:nvSpPr>
        <p:spPr>
          <a:xfrm>
            <a:off x="4213625" y="269386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9" name="Google Shape;349;p32"/>
          <p:cNvSpPr txBox="1">
            <a:spLocks noGrp="1"/>
          </p:cNvSpPr>
          <p:nvPr>
            <p:ph type="subTitle" idx="1"/>
          </p:nvPr>
        </p:nvSpPr>
        <p:spPr>
          <a:xfrm>
            <a:off x="3616775" y="1175256"/>
            <a:ext cx="2463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Introducing our app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objectives behind it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4" name="Google Shape;354;p32"/>
          <p:cNvSpPr txBox="1">
            <a:spLocks noGrp="1"/>
          </p:cNvSpPr>
          <p:nvPr>
            <p:ph type="title" idx="6"/>
          </p:nvPr>
        </p:nvSpPr>
        <p:spPr>
          <a:xfrm>
            <a:off x="6672100" y="1535017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000" dirty="0">
                <a:latin typeface="+mj-lt"/>
              </a:rPr>
              <a:t>02</a:t>
            </a:r>
            <a:endParaRPr sz="4000" dirty="0">
              <a:latin typeface="+mj-lt"/>
            </a:endParaRPr>
          </a:p>
        </p:txBody>
      </p:sp>
      <p:sp>
        <p:nvSpPr>
          <p:cNvPr id="355" name="Google Shape;355;p32"/>
          <p:cNvSpPr txBox="1">
            <a:spLocks noGrp="1"/>
          </p:cNvSpPr>
          <p:nvPr>
            <p:ph type="subTitle" idx="7"/>
          </p:nvPr>
        </p:nvSpPr>
        <p:spPr>
          <a:xfrm>
            <a:off x="6077950" y="2508099"/>
            <a:ext cx="2463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functions of this app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6" name="Google Shape;356;p32"/>
          <p:cNvSpPr txBox="1">
            <a:spLocks noGrp="1"/>
          </p:cNvSpPr>
          <p:nvPr>
            <p:ph type="title" idx="8"/>
          </p:nvPr>
        </p:nvSpPr>
        <p:spPr>
          <a:xfrm>
            <a:off x="4210925" y="3056550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000" dirty="0">
                <a:latin typeface="+mj-lt"/>
              </a:rPr>
              <a:t>03</a:t>
            </a:r>
            <a:endParaRPr sz="4000" dirty="0">
              <a:latin typeface="+mj-lt"/>
            </a:endParaRPr>
          </a:p>
        </p:txBody>
      </p:sp>
      <p:sp>
        <p:nvSpPr>
          <p:cNvPr id="357" name="Google Shape;357;p32"/>
          <p:cNvSpPr txBox="1">
            <a:spLocks noGrp="1"/>
          </p:cNvSpPr>
          <p:nvPr>
            <p:ph type="subTitle" idx="9"/>
          </p:nvPr>
        </p:nvSpPr>
        <p:spPr>
          <a:xfrm>
            <a:off x="3616775" y="3937583"/>
            <a:ext cx="2469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summarization 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0" name="Google Shape;360;p32"/>
          <p:cNvSpPr txBox="1">
            <a:spLocks noGrp="1"/>
          </p:cNvSpPr>
          <p:nvPr>
            <p:ph type="title" idx="15"/>
          </p:nvPr>
        </p:nvSpPr>
        <p:spPr>
          <a:xfrm>
            <a:off x="602450" y="2009400"/>
            <a:ext cx="2262900" cy="11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ora"/>
              </a:rPr>
              <a:t>Table of Contents</a:t>
            </a:r>
            <a:endParaRPr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1" name="Google Shape;361;p32"/>
          <p:cNvSpPr txBox="1">
            <a:spLocks noGrp="1"/>
          </p:cNvSpPr>
          <p:nvPr>
            <p:ph type="subTitle" idx="16"/>
          </p:nvPr>
        </p:nvSpPr>
        <p:spPr>
          <a:xfrm>
            <a:off x="3608950" y="842509"/>
            <a:ext cx="2463600" cy="255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4" name="Google Shape;364;p32"/>
          <p:cNvSpPr txBox="1">
            <a:spLocks noGrp="1"/>
          </p:cNvSpPr>
          <p:nvPr>
            <p:ph type="subTitle" idx="19"/>
          </p:nvPr>
        </p:nvSpPr>
        <p:spPr>
          <a:xfrm>
            <a:off x="6077950" y="2186083"/>
            <a:ext cx="2463600" cy="247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5" name="Google Shape;365;p32"/>
          <p:cNvSpPr txBox="1">
            <a:spLocks noGrp="1"/>
          </p:cNvSpPr>
          <p:nvPr>
            <p:ph type="subTitle" idx="20"/>
          </p:nvPr>
        </p:nvSpPr>
        <p:spPr>
          <a:xfrm>
            <a:off x="3608950" y="3681683"/>
            <a:ext cx="2469000" cy="255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7" name="Google Shape;367;p32"/>
          <p:cNvSpPr/>
          <p:nvPr/>
        </p:nvSpPr>
        <p:spPr>
          <a:xfrm rot="10800000">
            <a:off x="715097" y="517591"/>
            <a:ext cx="915000" cy="27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2"/>
          <p:cNvSpPr/>
          <p:nvPr/>
        </p:nvSpPr>
        <p:spPr>
          <a:xfrm>
            <a:off x="1688375" y="3803750"/>
            <a:ext cx="1012800" cy="10128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3"/>
          <p:cNvSpPr txBox="1">
            <a:spLocks noGrp="1"/>
          </p:cNvSpPr>
          <p:nvPr>
            <p:ph type="subTitle" idx="1"/>
          </p:nvPr>
        </p:nvSpPr>
        <p:spPr>
          <a:xfrm>
            <a:off x="685500" y="1462800"/>
            <a:ext cx="3562500" cy="2217900"/>
          </a:xfrm>
          <a:prstGeom prst="rect">
            <a:avLst/>
          </a:prstGeom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an android app that helps people ordering food without going directly to the restaurant, vendors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4" name="Google Shape;374;p33"/>
          <p:cNvSpPr txBox="1">
            <a:spLocks noGrp="1"/>
          </p:cNvSpPr>
          <p:nvPr>
            <p:ph type="title"/>
          </p:nvPr>
        </p:nvSpPr>
        <p:spPr>
          <a:xfrm>
            <a:off x="5313561" y="2992651"/>
            <a:ext cx="328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375" name="Google Shape;375;p33"/>
          <p:cNvSpPr/>
          <p:nvPr/>
        </p:nvSpPr>
        <p:spPr>
          <a:xfrm>
            <a:off x="7932250" y="287900"/>
            <a:ext cx="993300" cy="993300"/>
          </a:xfrm>
          <a:prstGeom prst="donut">
            <a:avLst>
              <a:gd name="adj" fmla="val 25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33"/>
          <p:cNvSpPr/>
          <p:nvPr/>
        </p:nvSpPr>
        <p:spPr>
          <a:xfrm>
            <a:off x="5240204" y="4064066"/>
            <a:ext cx="926100" cy="800700"/>
          </a:xfrm>
          <a:prstGeom prst="triangle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348;p32"/>
          <p:cNvSpPr txBox="1"/>
          <p:nvPr/>
        </p:nvSpPr>
        <p:spPr>
          <a:xfrm>
            <a:off x="-98180" y="232215"/>
            <a:ext cx="1275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ra ExtraLight"/>
              <a:buNone/>
              <a:defRPr sz="3000" b="0" i="0" u="none" strike="noStrike" cap="none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ra ExtraLight"/>
              <a:buNone/>
              <a:defRPr sz="3600" b="0" i="0" u="none" strike="noStrike" cap="none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ra ExtraLight"/>
              <a:buNone/>
              <a:defRPr sz="3600" b="0" i="0" u="none" strike="noStrike" cap="none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ra ExtraLight"/>
              <a:buNone/>
              <a:defRPr sz="3600" b="0" i="0" u="none" strike="noStrike" cap="none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ra ExtraLight"/>
              <a:buNone/>
              <a:defRPr sz="3600" b="0" i="0" u="none" strike="noStrike" cap="none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ra ExtraLight"/>
              <a:buNone/>
              <a:defRPr sz="3600" b="0" i="0" u="none" strike="noStrike" cap="none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ra ExtraLight"/>
              <a:buNone/>
              <a:defRPr sz="3600" b="0" i="0" u="none" strike="noStrike" cap="none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ra ExtraLight"/>
              <a:buNone/>
              <a:defRPr sz="3600" b="0" i="0" u="none" strike="noStrike" cap="none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ra ExtraLight"/>
              <a:buNone/>
              <a:defRPr sz="3600" b="0" i="0" u="none" strike="noStrike" cap="none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 lang="en-GB" sz="4000" dirty="0"/>
          </a:p>
        </p:txBody>
      </p:sp>
      <p:sp>
        <p:nvSpPr>
          <p:cNvPr id="3" name="Google Shape;361;p32"/>
          <p:cNvSpPr txBox="1"/>
          <p:nvPr/>
        </p:nvSpPr>
        <p:spPr>
          <a:xfrm>
            <a:off x="152100" y="411359"/>
            <a:ext cx="3562500" cy="307095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vi-VN" sz="4000" dirty="0">
                <a:solidFill>
                  <a:schemeClr val="accent1"/>
                </a:solidFill>
                <a:latin typeface="+mj-lt"/>
              </a:rPr>
              <a:t>01. </a:t>
            </a:r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vi-VN" sz="4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>
            <a:spLocks noGrp="1"/>
          </p:cNvSpPr>
          <p:nvPr>
            <p:ph type="title"/>
          </p:nvPr>
        </p:nvSpPr>
        <p:spPr>
          <a:xfrm>
            <a:off x="5226350" y="1600224"/>
            <a:ext cx="328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Food Ordering </a:t>
            </a:r>
            <a:r>
              <a:rPr lang="vi-VN" dirty="0">
                <a:solidFill>
                  <a:schemeClr val="accent1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App</a:t>
            </a:r>
            <a:endParaRPr dirty="0">
              <a:solidFill>
                <a:schemeClr val="accent1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522" name="Google Shape;522;p34"/>
          <p:cNvSpPr/>
          <p:nvPr/>
        </p:nvSpPr>
        <p:spPr>
          <a:xfrm rot="2700000">
            <a:off x="5311373" y="262166"/>
            <a:ext cx="1064054" cy="1064054"/>
          </a:xfrm>
          <a:prstGeom prst="plus">
            <a:avLst>
              <a:gd name="adj" fmla="val 37334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34"/>
          <p:cNvSpPr/>
          <p:nvPr/>
        </p:nvSpPr>
        <p:spPr>
          <a:xfrm>
            <a:off x="7803950" y="3990300"/>
            <a:ext cx="801600" cy="801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34"/>
          <p:cNvSpPr txBox="1">
            <a:spLocks noGrp="1"/>
          </p:cNvSpPr>
          <p:nvPr>
            <p:ph type="subTitle" idx="1"/>
          </p:nvPr>
        </p:nvSpPr>
        <p:spPr>
          <a:xfrm>
            <a:off x="5226350" y="2701477"/>
            <a:ext cx="3285300" cy="502800"/>
          </a:xfrm>
          <a:prstGeom prst="rect">
            <a:avLst/>
          </a:prstGeom>
        </p:spPr>
        <p:txBody>
          <a:bodyPr spcFirstLastPara="1" wrap="square" lIns="457200" tIns="91425" rIns="45720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 your time with just a few clicks 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lowchart: Connector 5"/>
          <p:cNvSpPr/>
          <p:nvPr/>
        </p:nvSpPr>
        <p:spPr>
          <a:xfrm>
            <a:off x="2000450" y="522945"/>
            <a:ext cx="105209" cy="104454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114" y="189913"/>
            <a:ext cx="2125817" cy="4726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7"/>
          <p:cNvSpPr/>
          <p:nvPr/>
        </p:nvSpPr>
        <p:spPr>
          <a:xfrm>
            <a:off x="402575" y="369000"/>
            <a:ext cx="912300" cy="912300"/>
          </a:xfrm>
          <a:prstGeom prst="donut">
            <a:avLst>
              <a:gd name="adj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+mj-lt"/>
            </a:endParaRPr>
          </a:p>
        </p:txBody>
      </p:sp>
      <p:sp>
        <p:nvSpPr>
          <p:cNvPr id="567" name="Google Shape;567;p37"/>
          <p:cNvSpPr txBox="1">
            <a:spLocks noGrp="1"/>
          </p:cNvSpPr>
          <p:nvPr>
            <p:ph type="subTitle" idx="1"/>
          </p:nvPr>
        </p:nvSpPr>
        <p:spPr>
          <a:xfrm>
            <a:off x="4692079" y="123566"/>
            <a:ext cx="4191669" cy="733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000" dirty="0">
                <a:solidFill>
                  <a:schemeClr val="accent1"/>
                </a:solidFill>
                <a:latin typeface="+mj-lt"/>
              </a:rPr>
              <a:t>02. </a:t>
            </a:r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  <a:endParaRPr sz="4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8" name="Google Shape;568;p37"/>
          <p:cNvSpPr txBox="1">
            <a:spLocks noGrp="1"/>
          </p:cNvSpPr>
          <p:nvPr>
            <p:ph type="subTitle" idx="2"/>
          </p:nvPr>
        </p:nvSpPr>
        <p:spPr>
          <a:xfrm>
            <a:off x="4026291" y="921759"/>
            <a:ext cx="4775738" cy="38945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dirty="0">
                <a:latin typeface="+mj-lt"/>
              </a:rPr>
              <a:t>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and Sign up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 Password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all the food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food description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Food via categories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to cart, increase quantity, delete from cart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Buying food 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order state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Profile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5" name="Google Shape;575;p37"/>
          <p:cNvSpPr/>
          <p:nvPr/>
        </p:nvSpPr>
        <p:spPr>
          <a:xfrm>
            <a:off x="2658375" y="4015575"/>
            <a:ext cx="783600" cy="800700"/>
          </a:xfrm>
          <a:prstGeom prst="triangle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7" name="Flowchart: Connector 16"/>
          <p:cNvSpPr/>
          <p:nvPr/>
        </p:nvSpPr>
        <p:spPr>
          <a:xfrm>
            <a:off x="1818323" y="490139"/>
            <a:ext cx="105209" cy="104454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75" y="224117"/>
            <a:ext cx="2794081" cy="472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7"/>
          <p:cNvSpPr/>
          <p:nvPr/>
        </p:nvSpPr>
        <p:spPr>
          <a:xfrm>
            <a:off x="402575" y="369000"/>
            <a:ext cx="912300" cy="912300"/>
          </a:xfrm>
          <a:prstGeom prst="donut">
            <a:avLst>
              <a:gd name="adj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+mj-lt"/>
            </a:endParaRPr>
          </a:p>
        </p:txBody>
      </p:sp>
      <p:sp>
        <p:nvSpPr>
          <p:cNvPr id="567" name="Google Shape;567;p37"/>
          <p:cNvSpPr txBox="1">
            <a:spLocks noGrp="1"/>
          </p:cNvSpPr>
          <p:nvPr>
            <p:ph type="subTitle" idx="1"/>
          </p:nvPr>
        </p:nvSpPr>
        <p:spPr>
          <a:xfrm>
            <a:off x="4692079" y="123566"/>
            <a:ext cx="4191669" cy="733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000" dirty="0">
                <a:solidFill>
                  <a:schemeClr val="accent1"/>
                </a:solidFill>
                <a:latin typeface="+mj-lt"/>
              </a:rPr>
              <a:t>02. </a:t>
            </a:r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  <a:endParaRPr sz="4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8" name="Google Shape;568;p37"/>
          <p:cNvSpPr txBox="1">
            <a:spLocks noGrp="1"/>
          </p:cNvSpPr>
          <p:nvPr>
            <p:ph type="subTitle" idx="2"/>
          </p:nvPr>
        </p:nvSpPr>
        <p:spPr>
          <a:xfrm>
            <a:off x="4026291" y="921759"/>
            <a:ext cx="4775738" cy="38945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dirty="0">
                <a:latin typeface="+mj-lt"/>
              </a:rPr>
              <a:t>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and Sign up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 Password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all the food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food description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Food via categories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to cart, increase quantity, delete from cart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Buying food 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order state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Profile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5" name="Google Shape;575;p37"/>
          <p:cNvSpPr/>
          <p:nvPr/>
        </p:nvSpPr>
        <p:spPr>
          <a:xfrm>
            <a:off x="2658375" y="4015575"/>
            <a:ext cx="783600" cy="800700"/>
          </a:xfrm>
          <a:prstGeom prst="triangle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7" name="Flowchart: Connector 16"/>
          <p:cNvSpPr/>
          <p:nvPr/>
        </p:nvSpPr>
        <p:spPr>
          <a:xfrm>
            <a:off x="1818323" y="490139"/>
            <a:ext cx="105209" cy="104454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29" y="123566"/>
            <a:ext cx="2183987" cy="4734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7"/>
          <p:cNvSpPr/>
          <p:nvPr/>
        </p:nvSpPr>
        <p:spPr>
          <a:xfrm>
            <a:off x="402575" y="369000"/>
            <a:ext cx="912300" cy="912300"/>
          </a:xfrm>
          <a:prstGeom prst="donut">
            <a:avLst>
              <a:gd name="adj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+mj-lt"/>
            </a:endParaRPr>
          </a:p>
        </p:txBody>
      </p:sp>
      <p:sp>
        <p:nvSpPr>
          <p:cNvPr id="567" name="Google Shape;567;p37"/>
          <p:cNvSpPr txBox="1">
            <a:spLocks noGrp="1"/>
          </p:cNvSpPr>
          <p:nvPr>
            <p:ph type="subTitle" idx="1"/>
          </p:nvPr>
        </p:nvSpPr>
        <p:spPr>
          <a:xfrm>
            <a:off x="4692079" y="123566"/>
            <a:ext cx="4191669" cy="733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000" dirty="0">
                <a:solidFill>
                  <a:schemeClr val="accent1"/>
                </a:solidFill>
                <a:latin typeface="+mj-lt"/>
              </a:rPr>
              <a:t>02. </a:t>
            </a:r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  <a:endParaRPr sz="4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8" name="Google Shape;568;p37"/>
          <p:cNvSpPr txBox="1">
            <a:spLocks noGrp="1"/>
          </p:cNvSpPr>
          <p:nvPr>
            <p:ph type="subTitle" idx="2"/>
          </p:nvPr>
        </p:nvSpPr>
        <p:spPr>
          <a:xfrm>
            <a:off x="4026291" y="921759"/>
            <a:ext cx="4775738" cy="38945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dirty="0">
                <a:latin typeface="+mj-lt"/>
              </a:rPr>
              <a:t>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and Sign up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 Password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all the food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food description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Food via categories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to cart, increase quantity, delete from cart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Buying food 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order state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Profile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5" name="Google Shape;575;p37"/>
          <p:cNvSpPr/>
          <p:nvPr/>
        </p:nvSpPr>
        <p:spPr>
          <a:xfrm>
            <a:off x="2658375" y="4015575"/>
            <a:ext cx="783600" cy="800700"/>
          </a:xfrm>
          <a:prstGeom prst="triangle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7" name="Flowchart: Connector 16"/>
          <p:cNvSpPr/>
          <p:nvPr/>
        </p:nvSpPr>
        <p:spPr>
          <a:xfrm>
            <a:off x="1818323" y="490139"/>
            <a:ext cx="105209" cy="104454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726" y="123566"/>
            <a:ext cx="2183193" cy="47411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7"/>
          <p:cNvSpPr/>
          <p:nvPr/>
        </p:nvSpPr>
        <p:spPr>
          <a:xfrm>
            <a:off x="402575" y="369000"/>
            <a:ext cx="912300" cy="912300"/>
          </a:xfrm>
          <a:prstGeom prst="donut">
            <a:avLst>
              <a:gd name="adj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+mj-lt"/>
            </a:endParaRPr>
          </a:p>
        </p:txBody>
      </p:sp>
      <p:sp>
        <p:nvSpPr>
          <p:cNvPr id="567" name="Google Shape;567;p37"/>
          <p:cNvSpPr txBox="1">
            <a:spLocks noGrp="1"/>
          </p:cNvSpPr>
          <p:nvPr>
            <p:ph type="subTitle" idx="1"/>
          </p:nvPr>
        </p:nvSpPr>
        <p:spPr>
          <a:xfrm>
            <a:off x="4692079" y="123566"/>
            <a:ext cx="4191669" cy="733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000" dirty="0">
                <a:solidFill>
                  <a:schemeClr val="accent1"/>
                </a:solidFill>
                <a:latin typeface="+mj-lt"/>
              </a:rPr>
              <a:t>02. </a:t>
            </a:r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  <a:endParaRPr sz="4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8" name="Google Shape;568;p37"/>
          <p:cNvSpPr txBox="1">
            <a:spLocks noGrp="1"/>
          </p:cNvSpPr>
          <p:nvPr>
            <p:ph type="subTitle" idx="2"/>
          </p:nvPr>
        </p:nvSpPr>
        <p:spPr>
          <a:xfrm>
            <a:off x="4026291" y="921759"/>
            <a:ext cx="4775738" cy="38945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dirty="0">
                <a:latin typeface="+mj-lt"/>
              </a:rPr>
              <a:t>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and Sign up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 Password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all the food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food description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Food via categories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to cart, increase quantity, delete from cart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Confirmation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Buying food 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order state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Profile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5" name="Google Shape;575;p37"/>
          <p:cNvSpPr/>
          <p:nvPr/>
        </p:nvSpPr>
        <p:spPr>
          <a:xfrm>
            <a:off x="2658375" y="4015575"/>
            <a:ext cx="783600" cy="800700"/>
          </a:xfrm>
          <a:prstGeom prst="triangle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7" name="Flowchart: Connector 16"/>
          <p:cNvSpPr/>
          <p:nvPr/>
        </p:nvSpPr>
        <p:spPr>
          <a:xfrm>
            <a:off x="1818323" y="490139"/>
            <a:ext cx="105209" cy="104454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93" y="298063"/>
            <a:ext cx="2190459" cy="45182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7"/>
          <p:cNvSpPr/>
          <p:nvPr/>
        </p:nvSpPr>
        <p:spPr>
          <a:xfrm>
            <a:off x="402575" y="369000"/>
            <a:ext cx="912300" cy="912300"/>
          </a:xfrm>
          <a:prstGeom prst="donut">
            <a:avLst>
              <a:gd name="adj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+mj-lt"/>
            </a:endParaRPr>
          </a:p>
        </p:txBody>
      </p:sp>
      <p:sp>
        <p:nvSpPr>
          <p:cNvPr id="567" name="Google Shape;567;p37"/>
          <p:cNvSpPr txBox="1">
            <a:spLocks noGrp="1"/>
          </p:cNvSpPr>
          <p:nvPr>
            <p:ph type="subTitle" idx="1"/>
          </p:nvPr>
        </p:nvSpPr>
        <p:spPr>
          <a:xfrm>
            <a:off x="4692079" y="123566"/>
            <a:ext cx="4191669" cy="733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000" dirty="0">
                <a:solidFill>
                  <a:schemeClr val="accent1"/>
                </a:solidFill>
                <a:latin typeface="+mj-lt"/>
              </a:rPr>
              <a:t>02. </a:t>
            </a:r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  <a:endParaRPr sz="4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8" name="Google Shape;568;p37"/>
          <p:cNvSpPr txBox="1">
            <a:spLocks noGrp="1"/>
          </p:cNvSpPr>
          <p:nvPr>
            <p:ph type="subTitle" idx="2"/>
          </p:nvPr>
        </p:nvSpPr>
        <p:spPr>
          <a:xfrm>
            <a:off x="4026291" y="921759"/>
            <a:ext cx="4775738" cy="38945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dirty="0">
                <a:latin typeface="+mj-lt"/>
              </a:rPr>
              <a:t>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and Sign up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 Password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all the food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food description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Food via categories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to cart, increase quantity, delete from cart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Buying food 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order state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Profile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5" name="Google Shape;575;p37"/>
          <p:cNvSpPr/>
          <p:nvPr/>
        </p:nvSpPr>
        <p:spPr>
          <a:xfrm>
            <a:off x="2658375" y="4015575"/>
            <a:ext cx="783600" cy="800700"/>
          </a:xfrm>
          <a:prstGeom prst="triangle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7" name="Flowchart: Connector 16"/>
          <p:cNvSpPr/>
          <p:nvPr/>
        </p:nvSpPr>
        <p:spPr>
          <a:xfrm>
            <a:off x="1818323" y="490139"/>
            <a:ext cx="105209" cy="104454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78" y="204248"/>
            <a:ext cx="2106689" cy="46927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7"/>
          <p:cNvSpPr/>
          <p:nvPr/>
        </p:nvSpPr>
        <p:spPr>
          <a:xfrm>
            <a:off x="402575" y="369000"/>
            <a:ext cx="912300" cy="912300"/>
          </a:xfrm>
          <a:prstGeom prst="donut">
            <a:avLst>
              <a:gd name="adj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+mj-lt"/>
            </a:endParaRPr>
          </a:p>
        </p:txBody>
      </p:sp>
      <p:sp>
        <p:nvSpPr>
          <p:cNvPr id="567" name="Google Shape;567;p37"/>
          <p:cNvSpPr txBox="1">
            <a:spLocks noGrp="1"/>
          </p:cNvSpPr>
          <p:nvPr>
            <p:ph type="subTitle" idx="1"/>
          </p:nvPr>
        </p:nvSpPr>
        <p:spPr>
          <a:xfrm>
            <a:off x="4692079" y="123566"/>
            <a:ext cx="4191669" cy="733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000" dirty="0">
                <a:solidFill>
                  <a:schemeClr val="accent1"/>
                </a:solidFill>
                <a:latin typeface="+mj-lt"/>
              </a:rPr>
              <a:t>02. </a:t>
            </a:r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  <a:endParaRPr sz="4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8" name="Google Shape;568;p37"/>
          <p:cNvSpPr txBox="1">
            <a:spLocks noGrp="1"/>
          </p:cNvSpPr>
          <p:nvPr>
            <p:ph type="subTitle" idx="2"/>
          </p:nvPr>
        </p:nvSpPr>
        <p:spPr>
          <a:xfrm>
            <a:off x="4026291" y="921759"/>
            <a:ext cx="4775738" cy="38945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dirty="0">
                <a:latin typeface="+mj-lt"/>
              </a:rPr>
              <a:t>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and Sign up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 Password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all the food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food description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Food via categories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to cart, increase quantity, delete from cart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Buying food 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order state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Profile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5" name="Google Shape;575;p37"/>
          <p:cNvSpPr/>
          <p:nvPr/>
        </p:nvSpPr>
        <p:spPr>
          <a:xfrm>
            <a:off x="2658375" y="4015575"/>
            <a:ext cx="783600" cy="800700"/>
          </a:xfrm>
          <a:prstGeom prst="triangle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7" name="Flowchart: Connector 16"/>
          <p:cNvSpPr/>
          <p:nvPr/>
        </p:nvSpPr>
        <p:spPr>
          <a:xfrm>
            <a:off x="1818323" y="490139"/>
            <a:ext cx="105209" cy="104454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10" y="1700493"/>
            <a:ext cx="3019425" cy="2190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7"/>
          <p:cNvSpPr/>
          <p:nvPr/>
        </p:nvSpPr>
        <p:spPr>
          <a:xfrm>
            <a:off x="402575" y="369000"/>
            <a:ext cx="912300" cy="912300"/>
          </a:xfrm>
          <a:prstGeom prst="donut">
            <a:avLst>
              <a:gd name="adj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+mj-lt"/>
            </a:endParaRPr>
          </a:p>
        </p:txBody>
      </p:sp>
      <p:sp>
        <p:nvSpPr>
          <p:cNvPr id="567" name="Google Shape;567;p37"/>
          <p:cNvSpPr txBox="1">
            <a:spLocks noGrp="1"/>
          </p:cNvSpPr>
          <p:nvPr>
            <p:ph type="subTitle" idx="1"/>
          </p:nvPr>
        </p:nvSpPr>
        <p:spPr>
          <a:xfrm>
            <a:off x="4692079" y="123566"/>
            <a:ext cx="4191669" cy="733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000" dirty="0">
                <a:solidFill>
                  <a:schemeClr val="accent1"/>
                </a:solidFill>
                <a:latin typeface="+mj-lt"/>
              </a:rPr>
              <a:t>02. </a:t>
            </a:r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  <a:endParaRPr sz="4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8" name="Google Shape;568;p37"/>
          <p:cNvSpPr txBox="1">
            <a:spLocks noGrp="1"/>
          </p:cNvSpPr>
          <p:nvPr>
            <p:ph type="subTitle" idx="2"/>
          </p:nvPr>
        </p:nvSpPr>
        <p:spPr>
          <a:xfrm>
            <a:off x="4026291" y="921759"/>
            <a:ext cx="4775738" cy="38945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dirty="0">
                <a:latin typeface="+mj-lt"/>
              </a:rPr>
              <a:t>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and Sign up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 Password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all the food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food description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Food via categories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to cart, increase quantity, delete from cart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Confirmation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Buying food 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order state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Profile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5" name="Google Shape;575;p37"/>
          <p:cNvSpPr/>
          <p:nvPr/>
        </p:nvSpPr>
        <p:spPr>
          <a:xfrm>
            <a:off x="2658375" y="4015575"/>
            <a:ext cx="783600" cy="800700"/>
          </a:xfrm>
          <a:prstGeom prst="triangle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7" name="Flowchart: Connector 16"/>
          <p:cNvSpPr/>
          <p:nvPr/>
        </p:nvSpPr>
        <p:spPr>
          <a:xfrm>
            <a:off x="1818323" y="490139"/>
            <a:ext cx="105209" cy="104454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062" y="369000"/>
            <a:ext cx="2212521" cy="43837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7"/>
          <p:cNvSpPr/>
          <p:nvPr/>
        </p:nvSpPr>
        <p:spPr>
          <a:xfrm>
            <a:off x="402575" y="369000"/>
            <a:ext cx="912300" cy="912300"/>
          </a:xfrm>
          <a:prstGeom prst="donut">
            <a:avLst>
              <a:gd name="adj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+mj-lt"/>
            </a:endParaRPr>
          </a:p>
        </p:txBody>
      </p:sp>
      <p:sp>
        <p:nvSpPr>
          <p:cNvPr id="567" name="Google Shape;567;p37"/>
          <p:cNvSpPr txBox="1">
            <a:spLocks noGrp="1"/>
          </p:cNvSpPr>
          <p:nvPr>
            <p:ph type="subTitle" idx="1"/>
          </p:nvPr>
        </p:nvSpPr>
        <p:spPr>
          <a:xfrm>
            <a:off x="4692079" y="123566"/>
            <a:ext cx="4191669" cy="733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000" dirty="0">
                <a:solidFill>
                  <a:schemeClr val="accent1"/>
                </a:solidFill>
                <a:latin typeface="+mj-lt"/>
              </a:rPr>
              <a:t>02. </a:t>
            </a:r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  <a:endParaRPr sz="4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8" name="Google Shape;568;p37"/>
          <p:cNvSpPr txBox="1">
            <a:spLocks noGrp="1"/>
          </p:cNvSpPr>
          <p:nvPr>
            <p:ph type="subTitle" idx="2"/>
          </p:nvPr>
        </p:nvSpPr>
        <p:spPr>
          <a:xfrm>
            <a:off x="4026291" y="921759"/>
            <a:ext cx="4775738" cy="38945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dirty="0">
                <a:latin typeface="+mj-lt"/>
              </a:rPr>
              <a:t>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and Sign up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 Password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all the food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food description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Food via categories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to cart, increase quantity, delete from cart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Confirmation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Buying food 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order state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Profile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5" name="Google Shape;575;p37"/>
          <p:cNvSpPr/>
          <p:nvPr/>
        </p:nvSpPr>
        <p:spPr>
          <a:xfrm>
            <a:off x="2658375" y="4015575"/>
            <a:ext cx="783600" cy="800700"/>
          </a:xfrm>
          <a:prstGeom prst="triangle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7" name="Flowchart: Connector 16"/>
          <p:cNvSpPr/>
          <p:nvPr/>
        </p:nvSpPr>
        <p:spPr>
          <a:xfrm>
            <a:off x="1818323" y="490139"/>
            <a:ext cx="105209" cy="104454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775" y="369000"/>
            <a:ext cx="1922008" cy="42747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7"/>
          <p:cNvSpPr/>
          <p:nvPr/>
        </p:nvSpPr>
        <p:spPr>
          <a:xfrm>
            <a:off x="402575" y="369000"/>
            <a:ext cx="912300" cy="912300"/>
          </a:xfrm>
          <a:prstGeom prst="donut">
            <a:avLst>
              <a:gd name="adj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+mj-lt"/>
            </a:endParaRPr>
          </a:p>
        </p:txBody>
      </p:sp>
      <p:sp>
        <p:nvSpPr>
          <p:cNvPr id="567" name="Google Shape;567;p37"/>
          <p:cNvSpPr txBox="1">
            <a:spLocks noGrp="1"/>
          </p:cNvSpPr>
          <p:nvPr>
            <p:ph type="subTitle" idx="1"/>
          </p:nvPr>
        </p:nvSpPr>
        <p:spPr>
          <a:xfrm>
            <a:off x="4692079" y="123566"/>
            <a:ext cx="4191669" cy="733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000" dirty="0">
                <a:solidFill>
                  <a:schemeClr val="accent1"/>
                </a:solidFill>
                <a:latin typeface="+mj-lt"/>
              </a:rPr>
              <a:t>02. </a:t>
            </a:r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  <a:endParaRPr sz="4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8" name="Google Shape;568;p37"/>
          <p:cNvSpPr txBox="1">
            <a:spLocks noGrp="1"/>
          </p:cNvSpPr>
          <p:nvPr>
            <p:ph type="subTitle" idx="2"/>
          </p:nvPr>
        </p:nvSpPr>
        <p:spPr>
          <a:xfrm>
            <a:off x="4026291" y="921759"/>
            <a:ext cx="4775738" cy="38945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dirty="0">
                <a:latin typeface="+mj-lt"/>
              </a:rPr>
              <a:t>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and Sign up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 Password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all the food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food description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Food via categories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to cart, increase quantity, delete from cart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Confirmation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Buying food 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order state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Profile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5" name="Google Shape;575;p37"/>
          <p:cNvSpPr/>
          <p:nvPr/>
        </p:nvSpPr>
        <p:spPr>
          <a:xfrm>
            <a:off x="2658375" y="4015575"/>
            <a:ext cx="783600" cy="800700"/>
          </a:xfrm>
          <a:prstGeom prst="triangle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7" name="Flowchart: Connector 16"/>
          <p:cNvSpPr/>
          <p:nvPr/>
        </p:nvSpPr>
        <p:spPr>
          <a:xfrm>
            <a:off x="1818323" y="490139"/>
            <a:ext cx="105209" cy="104454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315" y="369000"/>
            <a:ext cx="2528161" cy="43478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7"/>
          <p:cNvSpPr/>
          <p:nvPr/>
        </p:nvSpPr>
        <p:spPr>
          <a:xfrm>
            <a:off x="402575" y="369000"/>
            <a:ext cx="912300" cy="912300"/>
          </a:xfrm>
          <a:prstGeom prst="donut">
            <a:avLst>
              <a:gd name="adj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+mj-lt"/>
            </a:endParaRPr>
          </a:p>
        </p:txBody>
      </p:sp>
      <p:sp>
        <p:nvSpPr>
          <p:cNvPr id="567" name="Google Shape;567;p37"/>
          <p:cNvSpPr txBox="1">
            <a:spLocks noGrp="1"/>
          </p:cNvSpPr>
          <p:nvPr>
            <p:ph type="subTitle" idx="1"/>
          </p:nvPr>
        </p:nvSpPr>
        <p:spPr>
          <a:xfrm>
            <a:off x="4692079" y="123566"/>
            <a:ext cx="4012650" cy="733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000" dirty="0">
                <a:solidFill>
                  <a:schemeClr val="accent1"/>
                </a:solidFill>
                <a:latin typeface="+mj-lt"/>
              </a:rPr>
              <a:t>02. </a:t>
            </a:r>
            <a:r>
              <a:rPr lang="en-US" sz="40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Fuctionalities</a:t>
            </a:r>
            <a:endParaRPr sz="4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8" name="Google Shape;568;p37"/>
          <p:cNvSpPr txBox="1">
            <a:spLocks noGrp="1"/>
          </p:cNvSpPr>
          <p:nvPr>
            <p:ph type="subTitle" idx="2"/>
          </p:nvPr>
        </p:nvSpPr>
        <p:spPr>
          <a:xfrm>
            <a:off x="4017780" y="1048262"/>
            <a:ext cx="4775738" cy="38945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dirty="0">
                <a:latin typeface="+mj-lt"/>
              </a:rPr>
              <a:t>3. </a:t>
            </a:r>
            <a:r>
              <a:rPr lang="en-US" dirty="0">
                <a:latin typeface="+mj-lt"/>
              </a:rPr>
              <a:t>Adding new product to the store</a:t>
            </a:r>
            <a:endParaRPr lang="vi-VN" dirty="0">
              <a:latin typeface="+mj-lt"/>
            </a:endParaRPr>
          </a:p>
        </p:txBody>
      </p:sp>
      <p:sp>
        <p:nvSpPr>
          <p:cNvPr id="575" name="Google Shape;575;p37"/>
          <p:cNvSpPr/>
          <p:nvPr/>
        </p:nvSpPr>
        <p:spPr>
          <a:xfrm>
            <a:off x="2658375" y="4015575"/>
            <a:ext cx="783600" cy="800700"/>
          </a:xfrm>
          <a:prstGeom prst="triangle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7" name="Flowchart: Connector 16"/>
          <p:cNvSpPr/>
          <p:nvPr/>
        </p:nvSpPr>
        <p:spPr>
          <a:xfrm>
            <a:off x="1806283" y="387685"/>
            <a:ext cx="139489" cy="136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71" y="332241"/>
            <a:ext cx="2063103" cy="44840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48"/>
          <p:cNvSpPr txBox="1">
            <a:spLocks noGrp="1"/>
          </p:cNvSpPr>
          <p:nvPr>
            <p:ph type="title"/>
          </p:nvPr>
        </p:nvSpPr>
        <p:spPr>
          <a:xfrm>
            <a:off x="715450" y="1730550"/>
            <a:ext cx="3149700" cy="8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8" name="Google Shape;1098;p48"/>
          <p:cNvSpPr txBox="1">
            <a:spLocks noGrp="1"/>
          </p:cNvSpPr>
          <p:nvPr>
            <p:ph type="subTitle" idx="1"/>
          </p:nvPr>
        </p:nvSpPr>
        <p:spPr>
          <a:xfrm>
            <a:off x="5274400" y="526550"/>
            <a:ext cx="29076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Acheivements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9" name="Google Shape;1099;p48"/>
          <p:cNvSpPr txBox="1">
            <a:spLocks noGrp="1"/>
          </p:cNvSpPr>
          <p:nvPr>
            <p:ph type="subTitle" idx="2"/>
          </p:nvPr>
        </p:nvSpPr>
        <p:spPr>
          <a:xfrm>
            <a:off x="5274400" y="2915470"/>
            <a:ext cx="29076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Features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0" name="Google Shape;1100;p48"/>
          <p:cNvSpPr txBox="1">
            <a:spLocks noGrp="1"/>
          </p:cNvSpPr>
          <p:nvPr>
            <p:ph type="subTitle" idx="3"/>
          </p:nvPr>
        </p:nvSpPr>
        <p:spPr>
          <a:xfrm>
            <a:off x="5274400" y="965450"/>
            <a:ext cx="2907600" cy="16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Friendly UI that’s easy to interact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SQLite for real-time database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fully functional app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implemented in the future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1" name="Google Shape;1101;p48"/>
          <p:cNvSpPr txBox="1">
            <a:spLocks noGrp="1"/>
          </p:cNvSpPr>
          <p:nvPr>
            <p:ph type="subTitle" idx="4"/>
          </p:nvPr>
        </p:nvSpPr>
        <p:spPr>
          <a:xfrm>
            <a:off x="5274400" y="3364300"/>
            <a:ext cx="2907600" cy="16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products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UI that loads faster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real-life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funtions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2" name="Google Shape;1102;p48"/>
          <p:cNvSpPr/>
          <p:nvPr/>
        </p:nvSpPr>
        <p:spPr>
          <a:xfrm>
            <a:off x="3473350" y="4015575"/>
            <a:ext cx="783600" cy="800700"/>
          </a:xfrm>
          <a:prstGeom prst="triangle">
            <a:avLst>
              <a:gd name="adj" fmla="val 1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3" name="Google Shape;1103;p48"/>
          <p:cNvSpPr/>
          <p:nvPr/>
        </p:nvSpPr>
        <p:spPr>
          <a:xfrm>
            <a:off x="399125" y="203950"/>
            <a:ext cx="843600" cy="843600"/>
          </a:xfrm>
          <a:prstGeom prst="diamond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trategy for Social Media MK Plan by Slidesgo">
  <a:themeElements>
    <a:clrScheme name="Simple Light">
      <a:dk1>
        <a:srgbClr val="281F12"/>
      </a:dk1>
      <a:lt1>
        <a:srgbClr val="EEF0E9"/>
      </a:lt1>
      <a:dk2>
        <a:srgbClr val="48392E"/>
      </a:dk2>
      <a:lt2>
        <a:srgbClr val="B1B4A6"/>
      </a:lt2>
      <a:accent1>
        <a:srgbClr val="935C3B"/>
      </a:accent1>
      <a:accent2>
        <a:srgbClr val="B59089"/>
      </a:accent2>
      <a:accent3>
        <a:srgbClr val="899AA3"/>
      </a:accent3>
      <a:accent4>
        <a:srgbClr val="C38A67"/>
      </a:accent4>
      <a:accent5>
        <a:srgbClr val="E4CFCB"/>
      </a:accent5>
      <a:accent6>
        <a:srgbClr val="C0D0D8"/>
      </a:accent6>
      <a:hlink>
        <a:srgbClr val="48392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563</Words>
  <Application>Microsoft Office PowerPoint</Application>
  <PresentationFormat>On-screen Show (16:9)</PresentationFormat>
  <Paragraphs>143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Sora SemiBold</vt:lpstr>
      <vt:lpstr>Sora Light</vt:lpstr>
      <vt:lpstr>Times New Roman</vt:lpstr>
      <vt:lpstr>Sora</vt:lpstr>
      <vt:lpstr>Sora ExtraBold</vt:lpstr>
      <vt:lpstr>Sora ExtraLight</vt:lpstr>
      <vt:lpstr>Arial</vt:lpstr>
      <vt:lpstr>Strategy for Social Media MK Plan by Slidesgo</vt:lpstr>
      <vt:lpstr>Building an android app FOOD ORDERING APP Lập trình di động</vt:lpstr>
      <vt:lpstr>01</vt:lpstr>
      <vt:lpstr>PowerPoint Presentation</vt:lpstr>
      <vt:lpstr>Food Ordering App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03.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Xây dựng ứng dụng android App Bán Hàng Đồ án cơ sở 4</dc:title>
  <dc:creator>PC</dc:creator>
  <cp:lastModifiedBy>Hoang Nguyen</cp:lastModifiedBy>
  <cp:revision>12</cp:revision>
  <dcterms:created xsi:type="dcterms:W3CDTF">2025-05-20T04:37:34Z</dcterms:created>
  <dcterms:modified xsi:type="dcterms:W3CDTF">2025-12-16T06:48:19Z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BD60A3AEFA214F88ACAEB05D004D432F_13</vt:lpwstr>
  </property>
  <property fmtid="{D5CDD505-2E9C-101B-9397-08002B2CF9AE}" pid="3" name="KSOProductBuildVer">
    <vt:lpwstr>1033-12.2.0.21179</vt:lpwstr>
  </property>
</Properties>
</file>